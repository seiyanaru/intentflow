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 id="2147483655" r:id="rId2"/>
  </p:sldMasterIdLst>
  <p:notesMasterIdLst>
    <p:notesMasterId r:id="rId30"/>
  </p:notesMasterIdLst>
  <p:sldIdLst>
    <p:sldId id="256" r:id="rId3"/>
    <p:sldId id="257" r:id="rId4"/>
    <p:sldId id="309" r:id="rId5"/>
    <p:sldId id="258" r:id="rId6"/>
    <p:sldId id="301" r:id="rId7"/>
    <p:sldId id="259" r:id="rId8"/>
    <p:sldId id="310" r:id="rId9"/>
    <p:sldId id="261" r:id="rId10"/>
    <p:sldId id="297" r:id="rId11"/>
    <p:sldId id="311" r:id="rId12"/>
    <p:sldId id="312" r:id="rId13"/>
    <p:sldId id="287" r:id="rId14"/>
    <p:sldId id="263" r:id="rId15"/>
    <p:sldId id="307" r:id="rId16"/>
    <p:sldId id="314" r:id="rId17"/>
    <p:sldId id="316" r:id="rId18"/>
    <p:sldId id="288" r:id="rId19"/>
    <p:sldId id="269" r:id="rId20"/>
    <p:sldId id="270" r:id="rId21"/>
    <p:sldId id="271" r:id="rId22"/>
    <p:sldId id="276" r:id="rId23"/>
    <p:sldId id="291" r:id="rId24"/>
    <p:sldId id="318" r:id="rId25"/>
    <p:sldId id="280" r:id="rId26"/>
    <p:sldId id="317" r:id="rId27"/>
    <p:sldId id="319" r:id="rId28"/>
    <p:sldId id="320" r:id="rId29"/>
  </p:sldIdLst>
  <p:sldSz cx="12192000" cy="6858000"/>
  <p:notesSz cx="6858000" cy="12192000"/>
  <p:defaultTextStyle>
    <a:lvl1pPr marL="0" algn="l" defTabSz="914400" rtl="0" eaLnBrk="1" latinLnBrk="0" hangingPunct="1">
      <a:defRPr sz="1800" kern="1200">
        <a:solidFill>
          <a:schemeClr val="tx1"/>
        </a:solidFill>
        <a:latin typeface="Yu Gothic"/>
        <a:ea typeface="Yu Gothic"/>
        <a:cs typeface="Yu Gothic"/>
      </a:defRPr>
    </a:lvl1pPr>
    <a:lvl2pPr marL="457200" algn="l" defTabSz="914400" rtl="0" eaLnBrk="1" latinLnBrk="0" hangingPunct="1">
      <a:defRPr sz="1800" kern="1200">
        <a:solidFill>
          <a:schemeClr val="tx1"/>
        </a:solidFill>
        <a:latin typeface="Yu Gothic"/>
        <a:ea typeface="Yu Gothic"/>
        <a:cs typeface="Yu Gothic"/>
      </a:defRPr>
    </a:lvl2pPr>
    <a:lvl3pPr marL="914400" algn="l" defTabSz="914400" rtl="0" eaLnBrk="1" latinLnBrk="0" hangingPunct="1">
      <a:defRPr sz="1800" kern="1200">
        <a:solidFill>
          <a:schemeClr val="tx1"/>
        </a:solidFill>
        <a:latin typeface="Yu Gothic"/>
        <a:ea typeface="Yu Gothic"/>
        <a:cs typeface="Yu Gothic"/>
      </a:defRPr>
    </a:lvl3pPr>
    <a:lvl4pPr marL="1371600" algn="l" defTabSz="914400" rtl="0" eaLnBrk="1" latinLnBrk="0" hangingPunct="1">
      <a:defRPr sz="1800" kern="1200">
        <a:solidFill>
          <a:schemeClr val="tx1"/>
        </a:solidFill>
        <a:latin typeface="Yu Gothic"/>
        <a:ea typeface="Yu Gothic"/>
        <a:cs typeface="Yu Gothic"/>
      </a:defRPr>
    </a:lvl4pPr>
    <a:lvl5pPr marL="1828800" algn="l" defTabSz="914400" rtl="0" eaLnBrk="1" latinLnBrk="0" hangingPunct="1">
      <a:defRPr sz="1800" kern="1200">
        <a:solidFill>
          <a:schemeClr val="tx1"/>
        </a:solidFill>
        <a:latin typeface="Yu Gothic"/>
        <a:ea typeface="Yu Gothic"/>
        <a:cs typeface="Yu Gothic"/>
      </a:defRPr>
    </a:lvl5pPr>
    <a:lvl6pPr marL="2286000" algn="l" defTabSz="914400" rtl="0" eaLnBrk="1" latinLnBrk="0" hangingPunct="1">
      <a:defRPr sz="1800" kern="1200">
        <a:solidFill>
          <a:schemeClr val="tx1"/>
        </a:solidFill>
        <a:latin typeface="Yu Gothic"/>
        <a:ea typeface="Yu Gothic"/>
        <a:cs typeface="Yu Gothic"/>
      </a:defRPr>
    </a:lvl6pPr>
    <a:lvl7pPr marL="2743200" algn="l" defTabSz="914400" rtl="0" eaLnBrk="1" latinLnBrk="0" hangingPunct="1">
      <a:defRPr sz="1800" kern="1200">
        <a:solidFill>
          <a:schemeClr val="tx1"/>
        </a:solidFill>
        <a:latin typeface="Yu Gothic"/>
        <a:ea typeface="Yu Gothic"/>
        <a:cs typeface="Yu Gothic"/>
      </a:defRPr>
    </a:lvl7pPr>
    <a:lvl8pPr marL="3200400" algn="l" defTabSz="914400" rtl="0" eaLnBrk="1" latinLnBrk="0" hangingPunct="1">
      <a:defRPr sz="1800" kern="1200">
        <a:solidFill>
          <a:schemeClr val="tx1"/>
        </a:solidFill>
        <a:latin typeface="Yu Gothic"/>
        <a:ea typeface="Yu Gothic"/>
        <a:cs typeface="Yu Gothic"/>
      </a:defRPr>
    </a:lvl8pPr>
    <a:lvl9pPr marL="3657600" algn="l" defTabSz="914400" rtl="0" eaLnBrk="1" latinLnBrk="0" hangingPunct="1">
      <a:defRPr sz="1800" kern="1200">
        <a:solidFill>
          <a:schemeClr val="tx1"/>
        </a:solidFill>
        <a:latin typeface="Yu Gothic"/>
        <a:ea typeface="Yu Gothic"/>
        <a:cs typeface="Yu Gothic"/>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テーマ スタイル 2 - アクセント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5"/>
    <p:restoredTop sz="96341"/>
  </p:normalViewPr>
  <p:slideViewPr>
    <p:cSldViewPr snapToGrid="0" snapToObjects="1">
      <p:cViewPr varScale="1">
        <p:scale>
          <a:sx n="152" d="100"/>
          <a:sy n="152" d="100"/>
        </p:scale>
        <p:origin x="192"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1" d="100"/>
          <a:sy n="91" d="100"/>
        </p:scale>
        <p:origin x="452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327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Yu Gothic"/>
        <a:ea typeface="Yu Gothic"/>
        <a:cs typeface="Yu Gothic"/>
      </a:defRPr>
    </a:lvl1pPr>
    <a:lvl2pPr marL="457200" algn="l" defTabSz="914400" rtl="0" eaLnBrk="1" latinLnBrk="0" hangingPunct="1">
      <a:defRPr kumimoji="1" sz="1200" kern="1200">
        <a:solidFill>
          <a:schemeClr val="tx1"/>
        </a:solidFill>
        <a:latin typeface="Yu Gothic"/>
        <a:ea typeface="Yu Gothic"/>
        <a:cs typeface="Yu Gothic"/>
      </a:defRPr>
    </a:lvl2pPr>
    <a:lvl3pPr marL="914400" algn="l" defTabSz="914400" rtl="0" eaLnBrk="1" latinLnBrk="0" hangingPunct="1">
      <a:defRPr kumimoji="1" sz="1200" kern="1200">
        <a:solidFill>
          <a:schemeClr val="tx1"/>
        </a:solidFill>
        <a:latin typeface="Yu Gothic"/>
        <a:ea typeface="Yu Gothic"/>
        <a:cs typeface="Yu Gothic"/>
      </a:defRPr>
    </a:lvl3pPr>
    <a:lvl4pPr marL="1371600" algn="l" defTabSz="914400" rtl="0" eaLnBrk="1" latinLnBrk="0" hangingPunct="1">
      <a:defRPr kumimoji="1" sz="1200" kern="1200">
        <a:solidFill>
          <a:schemeClr val="tx1"/>
        </a:solidFill>
        <a:latin typeface="Yu Gothic"/>
        <a:ea typeface="Yu Gothic"/>
        <a:cs typeface="Yu Gothic"/>
      </a:defRPr>
    </a:lvl4pPr>
    <a:lvl5pPr marL="1828800" algn="l" defTabSz="914400" rtl="0" eaLnBrk="1" latinLnBrk="0" hangingPunct="1">
      <a:defRPr kumimoji="1" sz="1200" kern="1200">
        <a:solidFill>
          <a:schemeClr val="tx1"/>
        </a:solidFill>
        <a:latin typeface="Yu Gothic"/>
        <a:ea typeface="Yu Gothic"/>
        <a:cs typeface="Yu Gothic"/>
      </a:defRPr>
    </a:lvl5pPr>
    <a:lvl6pPr marL="2286000" algn="l" defTabSz="914400" rtl="0" eaLnBrk="1" latinLnBrk="0" hangingPunct="1">
      <a:defRPr kumimoji="1" sz="1200" kern="1200">
        <a:solidFill>
          <a:schemeClr val="tx1"/>
        </a:solidFill>
        <a:latin typeface="Yu Gothic"/>
        <a:ea typeface="Yu Gothic"/>
        <a:cs typeface="Yu Gothic"/>
      </a:defRPr>
    </a:lvl6pPr>
    <a:lvl7pPr marL="2743200" algn="l" defTabSz="914400" rtl="0" eaLnBrk="1" latinLnBrk="0" hangingPunct="1">
      <a:defRPr kumimoji="1" sz="1200" kern="1200">
        <a:solidFill>
          <a:schemeClr val="tx1"/>
        </a:solidFill>
        <a:latin typeface="Yu Gothic"/>
        <a:ea typeface="Yu Gothic"/>
        <a:cs typeface="Yu Gothic"/>
      </a:defRPr>
    </a:lvl7pPr>
    <a:lvl8pPr marL="3200400" algn="l" defTabSz="914400" rtl="0" eaLnBrk="1" latinLnBrk="0" hangingPunct="1">
      <a:defRPr kumimoji="1" sz="1200" kern="1200">
        <a:solidFill>
          <a:schemeClr val="tx1"/>
        </a:solidFill>
        <a:latin typeface="Yu Gothic"/>
        <a:ea typeface="Yu Gothic"/>
        <a:cs typeface="Yu Gothic"/>
      </a:defRPr>
    </a:lvl8pPr>
    <a:lvl9pPr marL="3657600" algn="l" defTabSz="914400" rtl="0" eaLnBrk="1" latinLnBrk="0" hangingPunct="1">
      <a:defRPr kumimoji="1" sz="1200" kern="1200">
        <a:solidFill>
          <a:schemeClr val="tx1"/>
        </a:solidFill>
        <a:latin typeface="Yu Gothic"/>
        <a:ea typeface="Yu Gothic"/>
        <a:cs typeface="Yu Gothic"/>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Yu Gothic"/>
              <a:ea typeface="Yu Gothic"/>
              <a:cs typeface="Yu Gothic"/>
            </a:endParaRP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0</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アジェンダ。背景と前回到達点を短く確認したうえで、今回の主題である Replay-SafeCommit、結果、BTTA-DG の今後方針に進む。</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EEG-MI の実用化では、学習セッションと評価セッションの間で分布がずれる cross-session drift が中心課題になる。ここで解きたいのは、再キャリブレーションを減らしても使える適応である。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3</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OTTA は drift に追従する手段として有望だが、高信頼な誤分類を使って更新するとモデル状態が汚染される。したがって、単純な pmax gate では不十分である。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5</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前回の hybrid は重要な参照点だが、今回の同一実験条件で再評価されていないため主比較には入れない。今回の主比較は source_only と replay_safe 系である。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7</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endParaRPr kumimoji="1" lang="ja-JP" altLang="en-US"/>
          </a:p>
        </p:txBody>
      </p:sp>
    </p:spTree>
    <p:extLst>
      <p:ext uri="{BB962C8B-B14F-4D97-AF65-F5344CB8AC3E}">
        <p14:creationId xmlns:p14="http://schemas.microsoft.com/office/powerpoint/2010/main" val="1668831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被験者別の Δ を見る。0pp ラインと -0.5pp material harm threshold を基準に、平均の改善が特定被験者の悪化を隠していないかを見る。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9</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次の実験計画。Bayesian operator を単体で評価し、その後 replay の有無を比較する。最終的には既存 operator 群へ統合し、5 seed と複数データセットで確認する。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10</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本研究の今回の問いは、より強い単一の更新則ではなく、複数の候補から trial ごとに安全なものだけを採用できるかである。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12</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実験設定を確認する。まずは BCIC IV-2a の cross-session 設定で、source_only を基準に replay_safe 系を比較する。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17</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主結果。source_only 82.72% に対して replay_safe_uniform は 83.41%、+0.69pp。worst Δ は -0.35pp で、0.5pp 以上の material harm は 0/9。</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18</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被験者別の Δ を見る。0pp ラインと -0.5pp material harm threshold を基準に、平均の改善が特定被験者の悪化を隠していないかを見る。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19</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課題は、選択器が安全でも候補更新自体が弱いと平均精度の上限が低い点である。そこで BTTA-DG の Bayesian calibration を候補化する。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20</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02AC2-DFCF-A6BB-DDF2-FE2DFD750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BAAF1-0F8B-E877-2D58-2D803106F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71240-9AD8-5AAB-512B-F3EA9DBD8971}"/>
              </a:ext>
            </a:extLst>
          </p:cNvPr>
          <p:cNvSpPr>
            <a:spLocks noGrp="1"/>
          </p:cNvSpPr>
          <p:nvPr>
            <p:ph type="body" idx="1"/>
          </p:nvPr>
        </p:nvSpPr>
        <p:spPr/>
        <p:txBody>
          <a:bodyPr/>
          <a:lstStyle/>
          <a:p>
            <a:r>
              <a:rPr lang="en-US" dirty="0">
                <a:latin typeface="Yu Gothic"/>
                <a:ea typeface="Yu Gothic"/>
                <a:cs typeface="Yu Gothic"/>
              </a:rPr>
              <a:t>次の実験計画。Bayesian operator を単体で評価し、その後 replay の有無を比較する。最終的には既存 operator 群へ統合し、5 seed と複数データセットで確認する。</a:t>
            </a:r>
          </a:p>
        </p:txBody>
      </p:sp>
      <p:sp>
        <p:nvSpPr>
          <p:cNvPr id="4" name="Slide Number Placeholder 3">
            <a:extLst>
              <a:ext uri="{FF2B5EF4-FFF2-40B4-BE49-F238E27FC236}">
                <a16:creationId xmlns:a16="http://schemas.microsoft.com/office/drawing/2014/main" id="{71508B4A-F139-A179-3313-098BB171CD31}"/>
              </a:ext>
            </a:extLst>
          </p:cNvPr>
          <p:cNvSpPr>
            <a:spLocks noGrp="1"/>
          </p:cNvSpPr>
          <p:nvPr>
            <p:ph type="sldNum" sz="quarter" idx="10"/>
          </p:nvPr>
        </p:nvSpPr>
        <p:spPr/>
        <p:txBody>
          <a:bodyPr/>
          <a:lstStyle/>
          <a:p>
            <a:fld id="{F7021451-1387-4CA6-816F-3879F97B5CBC}" type="slidenum">
              <a:rPr lang="en-US">
                <a:latin typeface="Yu Gothic"/>
                <a:ea typeface="Yu Gothic"/>
                <a:cs typeface="Yu Gothic"/>
              </a:rPr>
              <a:t>22</a:t>
            </a:fld>
            <a:endParaRPr lang="en-US">
              <a:latin typeface="Yu Gothic"/>
              <a:ea typeface="Yu Gothic"/>
              <a:cs typeface="Yu Gothic"/>
            </a:endParaRPr>
          </a:p>
        </p:txBody>
      </p:sp>
    </p:spTree>
    <p:extLst>
      <p:ext uri="{BB962C8B-B14F-4D97-AF65-F5344CB8AC3E}">
        <p14:creationId xmlns:p14="http://schemas.microsoft.com/office/powerpoint/2010/main" val="3113258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Yu Gothic"/>
                <a:ea typeface="Yu Gothic"/>
                <a:cs typeface="Yu Gothic"/>
              </a:rPr>
              <a:t>次の実験計画。Bayesian operator を単体で評価し、その後 replay の有無を比較する。最終的には既存 operator 群へ統合し、5 seed と複数データセットで確認する。</a:t>
            </a:r>
          </a:p>
        </p:txBody>
      </p:sp>
      <p:sp>
        <p:nvSpPr>
          <p:cNvPr id="4" name="Slide Number Placeholder 3"/>
          <p:cNvSpPr>
            <a:spLocks noGrp="1"/>
          </p:cNvSpPr>
          <p:nvPr>
            <p:ph type="sldNum" sz="quarter" idx="10"/>
          </p:nvPr>
        </p:nvSpPr>
        <p:spPr/>
        <p:txBody>
          <a:bodyPr/>
          <a:lstStyle/>
          <a:p>
            <a:fld id="{F7021451-1387-4CA6-816F-3879F97B5CBC}" type="slidenum">
              <a:rPr lang="en-US">
                <a:latin typeface="Yu Gothic"/>
                <a:ea typeface="Yu Gothic"/>
                <a:cs typeface="Yu Gothic"/>
              </a:rPr>
              <a:t>23</a:t>
            </a:fld>
            <a:endParaRPr lang="en-US">
              <a:latin typeface="Yu Gothic"/>
              <a:ea typeface="Yu Gothic"/>
              <a:cs typeface="Yu Gothic"/>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2465-17CD-56AD-2A03-DC9C57043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31ECF-D811-8E14-8DD1-CF9A3A49D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01862-E88B-0DF5-4508-145D5DBE2377}"/>
              </a:ext>
            </a:extLst>
          </p:cNvPr>
          <p:cNvSpPr>
            <a:spLocks noGrp="1"/>
          </p:cNvSpPr>
          <p:nvPr>
            <p:ph type="body" idx="1"/>
          </p:nvPr>
        </p:nvSpPr>
        <p:spPr/>
        <p:txBody>
          <a:bodyPr/>
          <a:lstStyle/>
          <a:p>
            <a:r>
              <a:rPr lang="en-US" dirty="0">
                <a:latin typeface="Yu Gothic"/>
                <a:ea typeface="Yu Gothic"/>
                <a:cs typeface="Yu Gothic"/>
              </a:rPr>
              <a:t>次の実験計画。Bayesian operator を単体で評価し、その後 replay の有無を比較する。最終的には既存 operator 群へ統合し、5 seed と複数データセットで確認する。</a:t>
            </a:r>
          </a:p>
        </p:txBody>
      </p:sp>
      <p:sp>
        <p:nvSpPr>
          <p:cNvPr id="4" name="Slide Number Placeholder 3">
            <a:extLst>
              <a:ext uri="{FF2B5EF4-FFF2-40B4-BE49-F238E27FC236}">
                <a16:creationId xmlns:a16="http://schemas.microsoft.com/office/drawing/2014/main" id="{77D9FCD0-656F-F52B-0578-748142AB7F7B}"/>
              </a:ext>
            </a:extLst>
          </p:cNvPr>
          <p:cNvSpPr>
            <a:spLocks noGrp="1"/>
          </p:cNvSpPr>
          <p:nvPr>
            <p:ph type="sldNum" sz="quarter" idx="10"/>
          </p:nvPr>
        </p:nvSpPr>
        <p:spPr/>
        <p:txBody>
          <a:bodyPr/>
          <a:lstStyle/>
          <a:p>
            <a:fld id="{F7021451-1387-4CA6-816F-3879F97B5CBC}" type="slidenum">
              <a:rPr lang="en-US">
                <a:latin typeface="Yu Gothic"/>
                <a:ea typeface="Yu Gothic"/>
                <a:cs typeface="Yu Gothic"/>
              </a:rPr>
              <a:t>24</a:t>
            </a:fld>
            <a:endParaRPr lang="en-US">
              <a:latin typeface="Yu Gothic"/>
              <a:ea typeface="Yu Gothic"/>
              <a:cs typeface="Yu Gothic"/>
            </a:endParaRPr>
          </a:p>
        </p:txBody>
      </p:sp>
    </p:spTree>
    <p:extLst>
      <p:ext uri="{BB962C8B-B14F-4D97-AF65-F5344CB8AC3E}">
        <p14:creationId xmlns:p14="http://schemas.microsoft.com/office/powerpoint/2010/main" val="663401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E886-E7A1-B76F-F515-AB387A574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DBD2C-90E4-0191-8F82-0B6C8B435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598BF9-AFA9-07F4-96FB-DA1CE91B5423}"/>
              </a:ext>
            </a:extLst>
          </p:cNvPr>
          <p:cNvSpPr>
            <a:spLocks noGrp="1"/>
          </p:cNvSpPr>
          <p:nvPr>
            <p:ph type="body" idx="1"/>
          </p:nvPr>
        </p:nvSpPr>
        <p:spPr/>
        <p:txBody>
          <a:bodyPr/>
          <a:lstStyle/>
          <a:p>
            <a:r>
              <a:rPr lang="en-US" dirty="0">
                <a:latin typeface="Yu Gothic"/>
                <a:ea typeface="Yu Gothic"/>
                <a:cs typeface="Yu Gothic"/>
              </a:rPr>
              <a:t>次の実験計画。Bayesian operator を単体で評価し、その後 replay の有無を比較する。最終的には既存 operator 群へ統合し、5 seed と複数データセットで確認する。</a:t>
            </a:r>
          </a:p>
        </p:txBody>
      </p:sp>
      <p:sp>
        <p:nvSpPr>
          <p:cNvPr id="4" name="Slide Number Placeholder 3">
            <a:extLst>
              <a:ext uri="{FF2B5EF4-FFF2-40B4-BE49-F238E27FC236}">
                <a16:creationId xmlns:a16="http://schemas.microsoft.com/office/drawing/2014/main" id="{95001BDC-6B98-8FAE-343B-9E2A139316AB}"/>
              </a:ext>
            </a:extLst>
          </p:cNvPr>
          <p:cNvSpPr>
            <a:spLocks noGrp="1"/>
          </p:cNvSpPr>
          <p:nvPr>
            <p:ph type="sldNum" sz="quarter" idx="10"/>
          </p:nvPr>
        </p:nvSpPr>
        <p:spPr/>
        <p:txBody>
          <a:bodyPr/>
          <a:lstStyle/>
          <a:p>
            <a:fld id="{F7021451-1387-4CA6-816F-3879F97B5CBC}" type="slidenum">
              <a:rPr lang="en-US">
                <a:latin typeface="Yu Gothic"/>
                <a:ea typeface="Yu Gothic"/>
                <a:cs typeface="Yu Gothic"/>
              </a:rPr>
              <a:t>26</a:t>
            </a:fld>
            <a:endParaRPr lang="en-US">
              <a:latin typeface="Yu Gothic"/>
              <a:ea typeface="Yu Gothic"/>
              <a:cs typeface="Yu Gothic"/>
            </a:endParaRPr>
          </a:p>
        </p:txBody>
      </p:sp>
    </p:spTree>
    <p:extLst>
      <p:ext uri="{BB962C8B-B14F-4D97-AF65-F5344CB8AC3E}">
        <p14:creationId xmlns:p14="http://schemas.microsoft.com/office/powerpoint/2010/main" val="2538266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1F9B4F8-A564-0453-71FB-1F9ADA1FA6EB}"/>
              </a:ext>
            </a:extLst>
          </p:cNvPr>
          <p:cNvSpPr/>
          <p:nvPr userDrawn="1"/>
        </p:nvSpPr>
        <p:spPr>
          <a:xfrm flipV="1">
            <a:off x="2472856" y="2844800"/>
            <a:ext cx="6855871" cy="0"/>
          </a:xfrm>
          <a:prstGeom prst="line">
            <a:avLst/>
          </a:prstGeom>
          <a:noFill/>
          <a:ln w="25400">
            <a:solidFill>
              <a:srgbClr val="0B1F3B"/>
            </a:solidFill>
            <a:prstDash val="solid"/>
          </a:ln>
        </p:spPr>
        <p:txBody>
          <a:bodyPr/>
          <a:lstStyle/>
          <a:p>
            <a:endParaRPr sz="1800">
              <a:latin typeface="Yu Gothic"/>
              <a:ea typeface="Yu Gothic"/>
              <a:cs typeface="Yu Gothic"/>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Section">
    <p:bg>
      <p:bgPr>
        <a:solidFill>
          <a:srgbClr val="FFFFFF"/>
        </a:solidFill>
        <a:effectLst/>
      </p:bgPr>
    </p:bg>
    <p:spTree>
      <p:nvGrpSpPr>
        <p:cNvPr id="1" name=""/>
        <p:cNvGrpSpPr/>
        <p:nvPr/>
      </p:nvGrpSpPr>
      <p:grpSpPr>
        <a:xfrm>
          <a:off x="0" y="0"/>
          <a:ext cx="0" cy="0"/>
          <a:chOff x="0" y="0"/>
          <a:chExt cx="0" cy="0"/>
        </a:xfrm>
      </p:grpSpPr>
      <p:sp>
        <p:nvSpPr>
          <p:cNvPr id="5" name="Shape 2"/>
          <p:cNvSpPr/>
          <p:nvPr/>
        </p:nvSpPr>
        <p:spPr>
          <a:xfrm>
            <a:off x="548642" y="3611880"/>
            <a:ext cx="11094415" cy="0"/>
          </a:xfrm>
          <a:prstGeom prst="line">
            <a:avLst/>
          </a:prstGeom>
          <a:noFill/>
          <a:ln w="25400">
            <a:solidFill>
              <a:srgbClr val="0B1F3B"/>
            </a:solidFill>
            <a:prstDash val="solid"/>
          </a:ln>
        </p:spPr>
        <p:txBody>
          <a:bodyPr/>
          <a:lstStyle/>
          <a:p>
            <a:endParaRPr sz="1800">
              <a:latin typeface="Yu Gothic"/>
              <a:ea typeface="Yu Gothic"/>
              <a:cs typeface="Yu Gothic"/>
            </a:endParaRPr>
          </a:p>
        </p:txBody>
      </p:sp>
      <p:sp>
        <p:nvSpPr>
          <p:cNvPr id="6" name="Text 3"/>
          <p:cNvSpPr/>
          <p:nvPr/>
        </p:nvSpPr>
        <p:spPr>
          <a:xfrm>
            <a:off x="740230" y="3124200"/>
            <a:ext cx="11094415" cy="365760"/>
          </a:xfrm>
          <a:prstGeom prst="rect">
            <a:avLst/>
          </a:prstGeom>
          <a:noFill/>
          <a:ln/>
        </p:spPr>
        <p:txBody>
          <a:bodyPr wrap="square" rtlCol="0" anchor="ctr"/>
          <a:lstStyle/>
          <a:p>
            <a:pPr marL="0" indent="0">
              <a:buNone/>
            </a:pPr>
            <a:endParaRPr lang="en-US" sz="2800" dirty="0">
              <a:latin typeface="Yu Gothic"/>
              <a:ea typeface="Yu Gothic"/>
              <a:cs typeface="Yu Gothic"/>
            </a:endParaRPr>
          </a:p>
        </p:txBody>
      </p:sp>
      <p:sp>
        <p:nvSpPr>
          <p:cNvPr id="4" name="テキスト プレースホルダー 3">
            <a:extLst>
              <a:ext uri="{FF2B5EF4-FFF2-40B4-BE49-F238E27FC236}">
                <a16:creationId xmlns:a16="http://schemas.microsoft.com/office/drawing/2014/main" id="{43935025-ACFE-C5B3-2D76-C59C22832639}"/>
              </a:ext>
            </a:extLst>
          </p:cNvPr>
          <p:cNvSpPr>
            <a:spLocks noGrp="1"/>
          </p:cNvSpPr>
          <p:nvPr>
            <p:ph type="body" sz="quarter" idx="10" hasCustomPrompt="1"/>
          </p:nvPr>
        </p:nvSpPr>
        <p:spPr>
          <a:xfrm>
            <a:off x="1018905" y="2955451"/>
            <a:ext cx="6418263" cy="595471"/>
          </a:xfrm>
          <a:prstGeom prst="rect">
            <a:avLst/>
          </a:prstGeom>
        </p:spPr>
        <p:txBody>
          <a:bodyPr/>
          <a:lstStyle>
            <a:lvl1pPr marL="0" indent="0">
              <a:buNone/>
              <a:defRPr>
                <a:latin typeface="Yu Gothic" panose="020B0400000000000000" pitchFamily="34" charset="-128"/>
                <a:ea typeface="Yu Gothic" panose="020B0400000000000000" pitchFamily="34" charset="-128"/>
                <a:cs typeface="Yu Gothic"/>
              </a:defRPr>
            </a:lvl1pPr>
            <a:lvl2pPr marL="457189" indent="0">
              <a:buNone/>
              <a:defRPr>
                <a:latin typeface="Yu Gothic"/>
                <a:ea typeface="Yu Gothic"/>
                <a:cs typeface="Yu Gothic"/>
              </a:defRPr>
            </a:lvl2pPr>
            <a:lvl3pPr marL="914377" indent="0">
              <a:buNone/>
              <a:defRPr>
                <a:latin typeface="Yu Gothic"/>
                <a:ea typeface="Yu Gothic"/>
                <a:cs typeface="Yu Gothic"/>
              </a:defRPr>
            </a:lvl3pPr>
            <a:lvl4pPr marL="1371566" indent="0">
              <a:buNone/>
              <a:defRPr>
                <a:latin typeface="Yu Gothic"/>
                <a:ea typeface="Yu Gothic"/>
                <a:cs typeface="Yu Gothic"/>
              </a:defRPr>
            </a:lvl4pPr>
            <a:lvl5pPr marL="1828754" indent="0">
              <a:buNone/>
              <a:defRPr>
                <a:latin typeface="Yu Gothic"/>
                <a:ea typeface="Yu Gothic"/>
                <a:cs typeface="Yu Gothic"/>
              </a:defRPr>
            </a:lvl5pPr>
          </a:lstStyle>
          <a:p>
            <a:pPr lvl="0"/>
            <a:r>
              <a:rPr kumimoji="1" lang="ja-JP" altLang="en-US">
                <a:latin typeface="Yu Gothic"/>
                <a:ea typeface="Yu Gothic"/>
                <a:cs typeface="Yu Gothic"/>
              </a:rPr>
              <a:t>テーマ</a:t>
            </a:r>
          </a:p>
        </p:txBody>
      </p:sp>
      <p:sp>
        <p:nvSpPr>
          <p:cNvPr id="2" name="Slide Number Placeholder 0">
            <a:extLst>
              <a:ext uri="{FF2B5EF4-FFF2-40B4-BE49-F238E27FC236}">
                <a16:creationId xmlns:a16="http://schemas.microsoft.com/office/drawing/2014/main" id="{0FEEF31C-8165-4B2F-5DD7-34CBDB682FA5}"/>
              </a:ext>
            </a:extLst>
          </p:cNvPr>
          <p:cNvSpPr>
            <a:spLocks noGrp="1"/>
          </p:cNvSpPr>
          <p:nvPr>
            <p:ph type="sldNum" sz="quarter" idx="4294967295"/>
          </p:nvPr>
        </p:nvSpPr>
        <p:spPr>
          <a:xfrm>
            <a:off x="11384280" y="6510528"/>
            <a:ext cx="320040" cy="164592"/>
          </a:xfrm>
          <a:prstGeom prst="rect">
            <a:avLst/>
          </a:prstGeom>
          <a:extLst>
            <a:ext uri="{C572A759-6A51-4108-AA02-DFA0A04FC94B}">
              <ns3:wrappingTextBoxFlag xmlns:p14="http://schemas.microsoft.com/office/powerpoint/2010/main" xmlns:ns3="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Tree>
    <p:extLst>
      <p:ext uri="{BB962C8B-B14F-4D97-AF65-F5344CB8AC3E}">
        <p14:creationId xmlns:p14="http://schemas.microsoft.com/office/powerpoint/2010/main" val="279930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ORMAL">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
        <p:nvSpPr>
          <p:cNvPr id="3" name="Shape 2">
            <a:extLst>
              <a:ext uri="{FF2B5EF4-FFF2-40B4-BE49-F238E27FC236}">
                <a16:creationId xmlns:a16="http://schemas.microsoft.com/office/drawing/2014/main" id="{4E2056A4-573D-D637-10A7-881BFEA170FC}"/>
              </a:ext>
            </a:extLst>
          </p:cNvPr>
          <p:cNvSpPr/>
          <p:nvPr userDrawn="1"/>
        </p:nvSpPr>
        <p:spPr>
          <a:xfrm>
            <a:off x="477080" y="765312"/>
            <a:ext cx="11094415" cy="0"/>
          </a:xfrm>
          <a:prstGeom prst="line">
            <a:avLst/>
          </a:prstGeom>
          <a:noFill/>
          <a:ln w="25400">
            <a:solidFill>
              <a:srgbClr val="0B1F3B"/>
            </a:solidFill>
            <a:prstDash val="solid"/>
          </a:ln>
        </p:spPr>
        <p:txBody>
          <a:bodyPr/>
          <a:lstStyle/>
          <a:p>
            <a:endParaRPr sz="1800">
              <a:latin typeface="Yu Gothic"/>
              <a:ea typeface="Yu Gothic"/>
              <a:cs typeface="Yu Gothic"/>
            </a:endParaRPr>
          </a:p>
        </p:txBody>
      </p:sp>
      <p:sp>
        <p:nvSpPr>
          <p:cNvPr id="2" name="テキスト ボックス 1">
            <a:extLst>
              <a:ext uri="{FF2B5EF4-FFF2-40B4-BE49-F238E27FC236}">
                <a16:creationId xmlns:a16="http://schemas.microsoft.com/office/drawing/2014/main" id="{2A6B2AAE-B382-FD3C-C2B4-625287096AAF}"/>
              </a:ext>
            </a:extLst>
          </p:cNvPr>
          <p:cNvSpPr txBox="1"/>
          <p:nvPr userDrawn="1"/>
        </p:nvSpPr>
        <p:spPr>
          <a:xfrm>
            <a:off x="477080" y="166977"/>
            <a:ext cx="4770781" cy="523220"/>
          </a:xfrm>
          <a:prstGeom prst="rect">
            <a:avLst/>
          </a:prstGeom>
          <a:noFill/>
        </p:spPr>
        <p:txBody>
          <a:bodyPr wrap="square" rtlCol="0">
            <a:spAutoFit/>
          </a:bodyPr>
          <a:lstStyle/>
          <a:p>
            <a:endParaRPr kumimoji="1" lang="ja-JP" altLang="en-US" sz="280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6355080"/>
            <a:ext cx="11201400" cy="0"/>
          </a:xfrm>
          <a:prstGeom prst="line">
            <a:avLst/>
          </a:prstGeom>
          <a:noFill/>
          <a:ln w="15240">
            <a:solidFill>
              <a:srgbClr val="0E55B5"/>
            </a:solidFill>
            <a:prstDash val="solid"/>
          </a:ln>
        </p:spPr>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841248"/>
            <a:ext cx="11201400" cy="0"/>
          </a:xfrm>
          <a:prstGeom prst="line">
            <a:avLst/>
          </a:prstGeom>
          <a:noFill/>
          <a:ln w="12700">
            <a:solidFill>
              <a:srgbClr val="6B7280">
                <a:alpha val="75000"/>
              </a:srgbClr>
            </a:solidFill>
            <a:prstDash val="solid"/>
          </a:ln>
        </p:spPr>
      </p:sp>
      <p:sp>
        <p:nvSpPr>
          <p:cNvPr id="3" name="Text 1"/>
          <p:cNvSpPr/>
          <p:nvPr/>
        </p:nvSpPr>
        <p:spPr>
          <a:xfrm>
            <a:off x="10378440" y="201168"/>
            <a:ext cx="1097280" cy="256032"/>
          </a:xfrm>
          <a:prstGeom prst="rect">
            <a:avLst/>
          </a:prstGeom>
          <a:noFill/>
          <a:ln/>
        </p:spPr>
        <p:txBody>
          <a:bodyPr wrap="square" rtlCol="0" anchor="ctr"/>
          <a:lstStyle/>
          <a:p>
            <a:pPr marL="0" indent="0" algn="r">
              <a:buNone/>
            </a:pPr>
            <a:r>
              <a:rPr lang="en-US" sz="1100" dirty="0">
                <a:solidFill>
                  <a:srgbClr val="6B7280"/>
                </a:solidFill>
                <a:latin typeface="Yu Gothic" pitchFamily="34" charset="0"/>
                <a:ea typeface="Yu Gothic" pitchFamily="34" charset="-122"/>
                <a:cs typeface="Yu Gothic" pitchFamily="34" charset="-120"/>
              </a:rPr>
              <a:t>Appendix</a:t>
            </a:r>
            <a:endParaRPr lang="en-US" sz="1100" dirty="0">
              <a:latin typeface="Yu Gothic"/>
              <a:ea typeface="Yu Gothic"/>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
        <p:nvSpPr>
          <p:cNvPr id="4" name="テキスト ボックス 3">
            <a:extLst>
              <a:ext uri="{FF2B5EF4-FFF2-40B4-BE49-F238E27FC236}">
                <a16:creationId xmlns:a16="http://schemas.microsoft.com/office/drawing/2014/main" id="{7C69938E-FAE6-FFF1-070A-BAE6A412E5ED}"/>
              </a:ext>
            </a:extLst>
          </p:cNvPr>
          <p:cNvSpPr txBox="1"/>
          <p:nvPr userDrawn="1"/>
        </p:nvSpPr>
        <p:spPr>
          <a:xfrm>
            <a:off x="477080" y="166977"/>
            <a:ext cx="4770781" cy="523220"/>
          </a:xfrm>
          <a:prstGeom prst="rect">
            <a:avLst/>
          </a:prstGeom>
          <a:noFill/>
        </p:spPr>
        <p:txBody>
          <a:bodyPr wrap="square" rtlCol="0">
            <a:spAutoFit/>
          </a:bodyPr>
          <a:lstStyle/>
          <a:p>
            <a:endParaRPr kumimoji="1" lang="ja-JP" altLang="en-US" sz="280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85C1D8-9DA0-97C2-58D2-1DA0FB1C0F4C}"/>
              </a:ext>
            </a:extLst>
          </p:cNvPr>
          <p:cNvSpPr>
            <a:spLocks noGrp="1"/>
          </p:cNvSpPr>
          <p:nvPr>
            <p:ph type="ctrTitle"/>
          </p:nvPr>
        </p:nvSpPr>
        <p:spPr>
          <a:xfrm>
            <a:off x="1524000" y="1122363"/>
            <a:ext cx="9144000" cy="2387600"/>
          </a:xfrm>
        </p:spPr>
        <p:txBody>
          <a:bodyPr anchor="b"/>
          <a:lstStyle>
            <a:lvl1pPr algn="ctr">
              <a:defRPr sz="6000">
                <a:latin typeface="Yu Gothic"/>
                <a:ea typeface="Yu Gothic"/>
                <a:cs typeface="Yu Gothic"/>
              </a:defRPr>
            </a:lvl1pPr>
          </a:lstStyle>
          <a:p>
            <a:r>
              <a:rPr kumimoji="1" lang="ja-JP" altLang="en-US">
                <a:latin typeface="Yu Gothic"/>
                <a:ea typeface="Yu Gothic"/>
                <a:cs typeface="Yu Gothic"/>
              </a:rPr>
              <a:t>マスター タイトルの書式設定</a:t>
            </a:r>
          </a:p>
        </p:txBody>
      </p:sp>
      <p:sp>
        <p:nvSpPr>
          <p:cNvPr id="3" name="字幕 2">
            <a:extLst>
              <a:ext uri="{FF2B5EF4-FFF2-40B4-BE49-F238E27FC236}">
                <a16:creationId xmlns:a16="http://schemas.microsoft.com/office/drawing/2014/main" id="{0A47FD18-339C-F1D5-B807-3A8AD4BB2435}"/>
              </a:ext>
            </a:extLst>
          </p:cNvPr>
          <p:cNvSpPr>
            <a:spLocks noGrp="1"/>
          </p:cNvSpPr>
          <p:nvPr>
            <p:ph type="subTitle" idx="1"/>
          </p:nvPr>
        </p:nvSpPr>
        <p:spPr>
          <a:xfrm>
            <a:off x="1524000" y="3602038"/>
            <a:ext cx="9144000" cy="1655762"/>
          </a:xfrm>
        </p:spPr>
        <p:txBody>
          <a:bodyPr/>
          <a:lstStyle>
            <a:lvl1pPr marL="0" indent="0" algn="ctr">
              <a:buNone/>
              <a:defRPr sz="2400">
                <a:latin typeface="Yu Gothic"/>
                <a:ea typeface="Yu Gothic"/>
                <a:cs typeface="Yu Gothic"/>
              </a:defRPr>
            </a:lvl1pPr>
            <a:lvl2pPr marL="457200" indent="0" algn="ctr">
              <a:buNone/>
              <a:defRPr sz="2000">
                <a:latin typeface="Yu Gothic"/>
                <a:ea typeface="Yu Gothic"/>
                <a:cs typeface="Yu Gothic"/>
              </a:defRPr>
            </a:lvl2pPr>
            <a:lvl3pPr marL="914400" indent="0" algn="ctr">
              <a:buNone/>
              <a:defRPr sz="1800">
                <a:latin typeface="Yu Gothic"/>
                <a:ea typeface="Yu Gothic"/>
                <a:cs typeface="Yu Gothic"/>
              </a:defRPr>
            </a:lvl3pPr>
            <a:lvl4pPr marL="1371600" indent="0" algn="ctr">
              <a:buNone/>
              <a:defRPr sz="1600">
                <a:latin typeface="Yu Gothic"/>
                <a:ea typeface="Yu Gothic"/>
                <a:cs typeface="Yu Gothic"/>
              </a:defRPr>
            </a:lvl4pPr>
            <a:lvl5pPr marL="1828800" indent="0" algn="ctr">
              <a:buNone/>
              <a:defRPr sz="1600">
                <a:latin typeface="Yu Gothic"/>
                <a:ea typeface="Yu Gothic"/>
                <a:cs typeface="Yu Gothic"/>
              </a:defRPr>
            </a:lvl5pPr>
            <a:lvl6pPr marL="2286000" indent="0" algn="ctr">
              <a:buNone/>
              <a:defRPr sz="1600">
                <a:latin typeface="Yu Gothic"/>
                <a:ea typeface="Yu Gothic"/>
                <a:cs typeface="Yu Gothic"/>
              </a:defRPr>
            </a:lvl6pPr>
            <a:lvl7pPr marL="2743200" indent="0" algn="ctr">
              <a:buNone/>
              <a:defRPr sz="1600">
                <a:latin typeface="Yu Gothic"/>
                <a:ea typeface="Yu Gothic"/>
                <a:cs typeface="Yu Gothic"/>
              </a:defRPr>
            </a:lvl7pPr>
            <a:lvl8pPr marL="3200400" indent="0" algn="ctr">
              <a:buNone/>
              <a:defRPr sz="1600">
                <a:latin typeface="Yu Gothic"/>
                <a:ea typeface="Yu Gothic"/>
                <a:cs typeface="Yu Gothic"/>
              </a:defRPr>
            </a:lvl8pPr>
            <a:lvl9pPr marL="3657600" indent="0" algn="ctr">
              <a:buNone/>
              <a:defRPr sz="1600">
                <a:latin typeface="Yu Gothic"/>
                <a:ea typeface="Yu Gothic"/>
                <a:cs typeface="Yu Gothic"/>
              </a:defRPr>
            </a:lvl9pPr>
          </a:lstStyle>
          <a:p>
            <a:r>
              <a:rPr kumimoji="1" lang="ja-JP" altLang="en-US">
                <a:latin typeface="Yu Gothic"/>
                <a:ea typeface="Yu Gothic"/>
                <a:cs typeface="Yu Gothic"/>
              </a:rPr>
              <a:t>マスター サブタイトルの書式設定</a:t>
            </a:r>
          </a:p>
        </p:txBody>
      </p:sp>
      <p:sp>
        <p:nvSpPr>
          <p:cNvPr id="4" name="日付プレースホルダー 3">
            <a:extLst>
              <a:ext uri="{FF2B5EF4-FFF2-40B4-BE49-F238E27FC236}">
                <a16:creationId xmlns:a16="http://schemas.microsoft.com/office/drawing/2014/main" id="{19D77611-89AD-9F37-935E-3953FAEC3FD1}"/>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6546F9E2-71FC-6D1B-600D-B7FDA95E8E8E}"/>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D2305804-87A8-ADE6-4344-2F79287AC838}"/>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2580827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5B3510-4FD4-F06C-6811-151EE79DD0CF}"/>
              </a:ext>
            </a:extLst>
          </p:cNvPr>
          <p:cNvSpPr>
            <a:spLocks noGrp="1"/>
          </p:cNvSpPr>
          <p:nvPr>
            <p:ph type="title"/>
          </p:nvPr>
        </p:nvSpPr>
        <p:spPr/>
        <p:txBody>
          <a:bodyPr/>
          <a:lstStyle/>
          <a:p>
            <a:r>
              <a:rPr kumimoji="1" lang="ja-JP" altLang="en-US">
                <a:latin typeface="Yu Gothic"/>
                <a:ea typeface="Yu Gothic"/>
                <a:cs typeface="Yu Gothic"/>
              </a:rPr>
              <a:t>マスター タイトルの書式設定</a:t>
            </a:r>
          </a:p>
        </p:txBody>
      </p:sp>
      <p:sp>
        <p:nvSpPr>
          <p:cNvPr id="3" name="コンテンツ プレースホルダー 2">
            <a:extLst>
              <a:ext uri="{FF2B5EF4-FFF2-40B4-BE49-F238E27FC236}">
                <a16:creationId xmlns:a16="http://schemas.microsoft.com/office/drawing/2014/main" id="{7DFC84BD-5D0C-C5B1-BE68-AAF185D37304}"/>
              </a:ext>
            </a:extLst>
          </p:cNvPr>
          <p:cNvSpPr>
            <a:spLocks noGrp="1"/>
          </p:cNvSpPr>
          <p:nvPr>
            <p:ph idx="1"/>
          </p:nvPr>
        </p:nvSpPr>
        <p:spPr/>
        <p:txBody>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日付プレースホルダー 3">
            <a:extLst>
              <a:ext uri="{FF2B5EF4-FFF2-40B4-BE49-F238E27FC236}">
                <a16:creationId xmlns:a16="http://schemas.microsoft.com/office/drawing/2014/main" id="{495F2B09-FEC2-B3A9-0F39-C0F2F6896638}"/>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77650E84-E565-E221-0DC0-F2EAF7163108}"/>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8DB1A1E8-EBBD-3FDD-2FF2-72A8A82179DF}"/>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544395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C95A57-B25A-9E97-E6FB-F504B89D6B68}"/>
              </a:ext>
            </a:extLst>
          </p:cNvPr>
          <p:cNvSpPr>
            <a:spLocks noGrp="1"/>
          </p:cNvSpPr>
          <p:nvPr>
            <p:ph type="title"/>
          </p:nvPr>
        </p:nvSpPr>
        <p:spPr>
          <a:xfrm>
            <a:off x="831850" y="1709738"/>
            <a:ext cx="10515600" cy="2852737"/>
          </a:xfrm>
        </p:spPr>
        <p:txBody>
          <a:bodyPr anchor="b"/>
          <a:lstStyle>
            <a:lvl1pPr>
              <a:defRPr sz="6000">
                <a:latin typeface="Yu Gothic"/>
                <a:ea typeface="Yu Gothic"/>
                <a:cs typeface="Yu Gothic"/>
              </a:defRPr>
            </a:lvl1pPr>
          </a:lstStyle>
          <a:p>
            <a:r>
              <a:rPr kumimoji="1" lang="ja-JP" altLang="en-US">
                <a:latin typeface="Yu Gothic"/>
                <a:ea typeface="Yu Gothic"/>
                <a:cs typeface="Yu Gothic"/>
              </a:rPr>
              <a:t>マスター タイトルの書式設定</a:t>
            </a:r>
          </a:p>
        </p:txBody>
      </p:sp>
      <p:sp>
        <p:nvSpPr>
          <p:cNvPr id="3" name="テキスト プレースホルダー 2">
            <a:extLst>
              <a:ext uri="{FF2B5EF4-FFF2-40B4-BE49-F238E27FC236}">
                <a16:creationId xmlns:a16="http://schemas.microsoft.com/office/drawing/2014/main" id="{A5D2A4AF-1CA7-A4B0-63A4-3CD288B451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Yu Gothic"/>
                <a:ea typeface="Yu Gothic"/>
                <a:cs typeface="Yu Gothic"/>
              </a:defRPr>
            </a:lvl1pPr>
            <a:lvl2pPr marL="457200" indent="0">
              <a:buNone/>
              <a:defRPr sz="2000">
                <a:solidFill>
                  <a:schemeClr val="tx1">
                    <a:tint val="82000"/>
                  </a:schemeClr>
                </a:solidFill>
                <a:latin typeface="Yu Gothic"/>
                <a:ea typeface="Yu Gothic"/>
                <a:cs typeface="Yu Gothic"/>
              </a:defRPr>
            </a:lvl2pPr>
            <a:lvl3pPr marL="914400" indent="0">
              <a:buNone/>
              <a:defRPr sz="1800">
                <a:solidFill>
                  <a:schemeClr val="tx1">
                    <a:tint val="82000"/>
                  </a:schemeClr>
                </a:solidFill>
                <a:latin typeface="Yu Gothic"/>
                <a:ea typeface="Yu Gothic"/>
                <a:cs typeface="Yu Gothic"/>
              </a:defRPr>
            </a:lvl3pPr>
            <a:lvl4pPr marL="1371600" indent="0">
              <a:buNone/>
              <a:defRPr sz="1600">
                <a:solidFill>
                  <a:schemeClr val="tx1">
                    <a:tint val="82000"/>
                  </a:schemeClr>
                </a:solidFill>
                <a:latin typeface="Yu Gothic"/>
                <a:ea typeface="Yu Gothic"/>
                <a:cs typeface="Yu Gothic"/>
              </a:defRPr>
            </a:lvl4pPr>
            <a:lvl5pPr marL="1828800" indent="0">
              <a:buNone/>
              <a:defRPr sz="1600">
                <a:solidFill>
                  <a:schemeClr val="tx1">
                    <a:tint val="82000"/>
                  </a:schemeClr>
                </a:solidFill>
                <a:latin typeface="Yu Gothic"/>
                <a:ea typeface="Yu Gothic"/>
                <a:cs typeface="Yu Gothic"/>
              </a:defRPr>
            </a:lvl5pPr>
            <a:lvl6pPr marL="2286000" indent="0">
              <a:buNone/>
              <a:defRPr sz="1600">
                <a:solidFill>
                  <a:schemeClr val="tx1">
                    <a:tint val="82000"/>
                  </a:schemeClr>
                </a:solidFill>
                <a:latin typeface="Yu Gothic"/>
                <a:ea typeface="Yu Gothic"/>
                <a:cs typeface="Yu Gothic"/>
              </a:defRPr>
            </a:lvl6pPr>
            <a:lvl7pPr marL="2743200" indent="0">
              <a:buNone/>
              <a:defRPr sz="1600">
                <a:solidFill>
                  <a:schemeClr val="tx1">
                    <a:tint val="82000"/>
                  </a:schemeClr>
                </a:solidFill>
                <a:latin typeface="Yu Gothic"/>
                <a:ea typeface="Yu Gothic"/>
                <a:cs typeface="Yu Gothic"/>
              </a:defRPr>
            </a:lvl7pPr>
            <a:lvl8pPr marL="3200400" indent="0">
              <a:buNone/>
              <a:defRPr sz="1600">
                <a:solidFill>
                  <a:schemeClr val="tx1">
                    <a:tint val="82000"/>
                  </a:schemeClr>
                </a:solidFill>
                <a:latin typeface="Yu Gothic"/>
                <a:ea typeface="Yu Gothic"/>
                <a:cs typeface="Yu Gothic"/>
              </a:defRPr>
            </a:lvl8pPr>
            <a:lvl9pPr marL="3657600" indent="0">
              <a:buNone/>
              <a:defRPr sz="1600">
                <a:solidFill>
                  <a:schemeClr val="tx1">
                    <a:tint val="82000"/>
                  </a:schemeClr>
                </a:solidFill>
                <a:latin typeface="Yu Gothic"/>
                <a:ea typeface="Yu Gothic"/>
                <a:cs typeface="Yu Gothic"/>
              </a:defRPr>
            </a:lvl9pPr>
          </a:lstStyle>
          <a:p>
            <a:pPr lvl="0"/>
            <a:r>
              <a:rPr kumimoji="1" lang="ja-JP" altLang="en-US">
                <a:latin typeface="Yu Gothic"/>
                <a:ea typeface="Yu Gothic"/>
                <a:cs typeface="Yu Gothic"/>
              </a:rPr>
              <a:t>マスター テキストの書式設定</a:t>
            </a:r>
          </a:p>
        </p:txBody>
      </p:sp>
      <p:sp>
        <p:nvSpPr>
          <p:cNvPr id="4" name="日付プレースホルダー 3">
            <a:extLst>
              <a:ext uri="{FF2B5EF4-FFF2-40B4-BE49-F238E27FC236}">
                <a16:creationId xmlns:a16="http://schemas.microsoft.com/office/drawing/2014/main" id="{574ABBE1-9955-E975-6BF4-763A6E79E46C}"/>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5C5BA21E-1A8E-9FC2-F6F0-F2F0224B884E}"/>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62586E13-BA01-3243-62A1-C2068EF0D2D7}"/>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3769715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F35828-222F-0224-4FA8-33D4EBF6A56D}"/>
              </a:ext>
            </a:extLst>
          </p:cNvPr>
          <p:cNvSpPr>
            <a:spLocks noGrp="1"/>
          </p:cNvSpPr>
          <p:nvPr>
            <p:ph type="title"/>
          </p:nvPr>
        </p:nvSpPr>
        <p:spPr/>
        <p:txBody>
          <a:bodyPr/>
          <a:lstStyle/>
          <a:p>
            <a:r>
              <a:rPr kumimoji="1" lang="ja-JP" altLang="en-US">
                <a:latin typeface="Yu Gothic"/>
                <a:ea typeface="Yu Gothic"/>
                <a:cs typeface="Yu Gothic"/>
              </a:rPr>
              <a:t>マスター タイトルの書式設定</a:t>
            </a:r>
          </a:p>
        </p:txBody>
      </p:sp>
      <p:sp>
        <p:nvSpPr>
          <p:cNvPr id="3" name="コンテンツ プレースホルダー 2">
            <a:extLst>
              <a:ext uri="{FF2B5EF4-FFF2-40B4-BE49-F238E27FC236}">
                <a16:creationId xmlns:a16="http://schemas.microsoft.com/office/drawing/2014/main" id="{C8248D8E-9A6D-0C7A-05B7-C27F0174D4B3}"/>
              </a:ext>
            </a:extLst>
          </p:cNvPr>
          <p:cNvSpPr>
            <a:spLocks noGrp="1"/>
          </p:cNvSpPr>
          <p:nvPr>
            <p:ph sz="half" idx="1"/>
          </p:nvPr>
        </p:nvSpPr>
        <p:spPr>
          <a:xfrm>
            <a:off x="838200" y="1825625"/>
            <a:ext cx="5181600" cy="4351338"/>
          </a:xfrm>
        </p:spPr>
        <p:txBody>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コンテンツ プレースホルダー 3">
            <a:extLst>
              <a:ext uri="{FF2B5EF4-FFF2-40B4-BE49-F238E27FC236}">
                <a16:creationId xmlns:a16="http://schemas.microsoft.com/office/drawing/2014/main" id="{20241783-EC27-6AE2-9112-27356A5AA841}"/>
              </a:ext>
            </a:extLst>
          </p:cNvPr>
          <p:cNvSpPr>
            <a:spLocks noGrp="1"/>
          </p:cNvSpPr>
          <p:nvPr>
            <p:ph sz="half" idx="2"/>
          </p:nvPr>
        </p:nvSpPr>
        <p:spPr>
          <a:xfrm>
            <a:off x="6172200" y="1825625"/>
            <a:ext cx="5181600" cy="4351338"/>
          </a:xfrm>
        </p:spPr>
        <p:txBody>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5" name="日付プレースホルダー 4">
            <a:extLst>
              <a:ext uri="{FF2B5EF4-FFF2-40B4-BE49-F238E27FC236}">
                <a16:creationId xmlns:a16="http://schemas.microsoft.com/office/drawing/2014/main" id="{7A5C2215-5DB5-E11E-F65A-DC7FA2D3A06C}"/>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6" name="フッター プレースホルダー 5">
            <a:extLst>
              <a:ext uri="{FF2B5EF4-FFF2-40B4-BE49-F238E27FC236}">
                <a16:creationId xmlns:a16="http://schemas.microsoft.com/office/drawing/2014/main" id="{763C5971-8BD6-6438-8922-DF2D598D206A}"/>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7" name="スライド番号プレースホルダー 6">
            <a:extLst>
              <a:ext uri="{FF2B5EF4-FFF2-40B4-BE49-F238E27FC236}">
                <a16:creationId xmlns:a16="http://schemas.microsoft.com/office/drawing/2014/main" id="{DA79FA6F-8132-73B2-9321-753941529D49}"/>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2168562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5F39CD-B8D4-450B-B3EF-AB8AA2BC3834}"/>
              </a:ext>
            </a:extLst>
          </p:cNvPr>
          <p:cNvSpPr>
            <a:spLocks noGrp="1"/>
          </p:cNvSpPr>
          <p:nvPr>
            <p:ph type="title"/>
          </p:nvPr>
        </p:nvSpPr>
        <p:spPr>
          <a:xfrm>
            <a:off x="839788" y="365125"/>
            <a:ext cx="10515600" cy="1325563"/>
          </a:xfrm>
        </p:spPr>
        <p:txBody>
          <a:bodyPr/>
          <a:lstStyle/>
          <a:p>
            <a:r>
              <a:rPr kumimoji="1" lang="ja-JP" altLang="en-US">
                <a:latin typeface="Yu Gothic"/>
                <a:ea typeface="Yu Gothic"/>
                <a:cs typeface="Yu Gothic"/>
              </a:rPr>
              <a:t>マスター タイトルの書式設定</a:t>
            </a:r>
          </a:p>
        </p:txBody>
      </p:sp>
      <p:sp>
        <p:nvSpPr>
          <p:cNvPr id="3" name="テキスト プレースホルダー 2">
            <a:extLst>
              <a:ext uri="{FF2B5EF4-FFF2-40B4-BE49-F238E27FC236}">
                <a16:creationId xmlns:a16="http://schemas.microsoft.com/office/drawing/2014/main" id="{21649B76-31F9-940A-DCF1-34711B4A9A54}"/>
              </a:ext>
            </a:extLst>
          </p:cNvPr>
          <p:cNvSpPr>
            <a:spLocks noGrp="1"/>
          </p:cNvSpPr>
          <p:nvPr>
            <p:ph type="body" idx="1"/>
          </p:nvPr>
        </p:nvSpPr>
        <p:spPr>
          <a:xfrm>
            <a:off x="839788" y="1681163"/>
            <a:ext cx="5157787" cy="823912"/>
          </a:xfrm>
        </p:spPr>
        <p:txBody>
          <a:bodyPr anchor="b"/>
          <a:lstStyle>
            <a:lvl1pPr marL="0" indent="0">
              <a:buNone/>
              <a:defRPr sz="2400" b="1">
                <a:latin typeface="Yu Gothic"/>
                <a:ea typeface="Yu Gothic"/>
                <a:cs typeface="Yu Gothic"/>
              </a:defRPr>
            </a:lvl1pPr>
            <a:lvl2pPr marL="457200" indent="0">
              <a:buNone/>
              <a:defRPr sz="2000" b="1">
                <a:latin typeface="Yu Gothic"/>
                <a:ea typeface="Yu Gothic"/>
                <a:cs typeface="Yu Gothic"/>
              </a:defRPr>
            </a:lvl2pPr>
            <a:lvl3pPr marL="914400" indent="0">
              <a:buNone/>
              <a:defRPr sz="1800" b="1">
                <a:latin typeface="Yu Gothic"/>
                <a:ea typeface="Yu Gothic"/>
                <a:cs typeface="Yu Gothic"/>
              </a:defRPr>
            </a:lvl3pPr>
            <a:lvl4pPr marL="1371600" indent="0">
              <a:buNone/>
              <a:defRPr sz="1600" b="1">
                <a:latin typeface="Yu Gothic"/>
                <a:ea typeface="Yu Gothic"/>
                <a:cs typeface="Yu Gothic"/>
              </a:defRPr>
            </a:lvl4pPr>
            <a:lvl5pPr marL="1828800" indent="0">
              <a:buNone/>
              <a:defRPr sz="1600" b="1">
                <a:latin typeface="Yu Gothic"/>
                <a:ea typeface="Yu Gothic"/>
                <a:cs typeface="Yu Gothic"/>
              </a:defRPr>
            </a:lvl5pPr>
            <a:lvl6pPr marL="2286000" indent="0">
              <a:buNone/>
              <a:defRPr sz="1600" b="1">
                <a:latin typeface="Yu Gothic"/>
                <a:ea typeface="Yu Gothic"/>
                <a:cs typeface="Yu Gothic"/>
              </a:defRPr>
            </a:lvl6pPr>
            <a:lvl7pPr marL="2743200" indent="0">
              <a:buNone/>
              <a:defRPr sz="1600" b="1">
                <a:latin typeface="Yu Gothic"/>
                <a:ea typeface="Yu Gothic"/>
                <a:cs typeface="Yu Gothic"/>
              </a:defRPr>
            </a:lvl7pPr>
            <a:lvl8pPr marL="3200400" indent="0">
              <a:buNone/>
              <a:defRPr sz="1600" b="1">
                <a:latin typeface="Yu Gothic"/>
                <a:ea typeface="Yu Gothic"/>
                <a:cs typeface="Yu Gothic"/>
              </a:defRPr>
            </a:lvl8pPr>
            <a:lvl9pPr marL="3657600" indent="0">
              <a:buNone/>
              <a:defRPr sz="1600" b="1">
                <a:latin typeface="Yu Gothic"/>
                <a:ea typeface="Yu Gothic"/>
                <a:cs typeface="Yu Gothic"/>
              </a:defRPr>
            </a:lvl9pPr>
          </a:lstStyle>
          <a:p>
            <a:pPr lvl="0"/>
            <a:r>
              <a:rPr kumimoji="1" lang="ja-JP" altLang="en-US">
                <a:latin typeface="Yu Gothic"/>
                <a:ea typeface="Yu Gothic"/>
                <a:cs typeface="Yu Gothic"/>
              </a:rPr>
              <a:t>マスター テキストの書式設定</a:t>
            </a:r>
          </a:p>
        </p:txBody>
      </p:sp>
      <p:sp>
        <p:nvSpPr>
          <p:cNvPr id="4" name="コンテンツ プレースホルダー 3">
            <a:extLst>
              <a:ext uri="{FF2B5EF4-FFF2-40B4-BE49-F238E27FC236}">
                <a16:creationId xmlns:a16="http://schemas.microsoft.com/office/drawing/2014/main" id="{D68038AD-96ED-6930-8D48-E8B389CFD2BB}"/>
              </a:ext>
            </a:extLst>
          </p:cNvPr>
          <p:cNvSpPr>
            <a:spLocks noGrp="1"/>
          </p:cNvSpPr>
          <p:nvPr>
            <p:ph sz="half" idx="2"/>
          </p:nvPr>
        </p:nvSpPr>
        <p:spPr>
          <a:xfrm>
            <a:off x="839788" y="2505075"/>
            <a:ext cx="5157787" cy="3684588"/>
          </a:xfrm>
        </p:spPr>
        <p:txBody>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5" name="テキスト プレースホルダー 4">
            <a:extLst>
              <a:ext uri="{FF2B5EF4-FFF2-40B4-BE49-F238E27FC236}">
                <a16:creationId xmlns:a16="http://schemas.microsoft.com/office/drawing/2014/main" id="{287E40F4-E1EB-D65C-A7B7-A57EA98BF301}"/>
              </a:ext>
            </a:extLst>
          </p:cNvPr>
          <p:cNvSpPr>
            <a:spLocks noGrp="1"/>
          </p:cNvSpPr>
          <p:nvPr>
            <p:ph type="body" sz="quarter" idx="3"/>
          </p:nvPr>
        </p:nvSpPr>
        <p:spPr>
          <a:xfrm>
            <a:off x="6172200" y="1681163"/>
            <a:ext cx="5183188" cy="823912"/>
          </a:xfrm>
        </p:spPr>
        <p:txBody>
          <a:bodyPr anchor="b"/>
          <a:lstStyle>
            <a:lvl1pPr marL="0" indent="0">
              <a:buNone/>
              <a:defRPr sz="2400" b="1">
                <a:latin typeface="Yu Gothic"/>
                <a:ea typeface="Yu Gothic"/>
                <a:cs typeface="Yu Gothic"/>
              </a:defRPr>
            </a:lvl1pPr>
            <a:lvl2pPr marL="457200" indent="0">
              <a:buNone/>
              <a:defRPr sz="2000" b="1">
                <a:latin typeface="Yu Gothic"/>
                <a:ea typeface="Yu Gothic"/>
                <a:cs typeface="Yu Gothic"/>
              </a:defRPr>
            </a:lvl2pPr>
            <a:lvl3pPr marL="914400" indent="0">
              <a:buNone/>
              <a:defRPr sz="1800" b="1">
                <a:latin typeface="Yu Gothic"/>
                <a:ea typeface="Yu Gothic"/>
                <a:cs typeface="Yu Gothic"/>
              </a:defRPr>
            </a:lvl3pPr>
            <a:lvl4pPr marL="1371600" indent="0">
              <a:buNone/>
              <a:defRPr sz="1600" b="1">
                <a:latin typeface="Yu Gothic"/>
                <a:ea typeface="Yu Gothic"/>
                <a:cs typeface="Yu Gothic"/>
              </a:defRPr>
            </a:lvl4pPr>
            <a:lvl5pPr marL="1828800" indent="0">
              <a:buNone/>
              <a:defRPr sz="1600" b="1">
                <a:latin typeface="Yu Gothic"/>
                <a:ea typeface="Yu Gothic"/>
                <a:cs typeface="Yu Gothic"/>
              </a:defRPr>
            </a:lvl5pPr>
            <a:lvl6pPr marL="2286000" indent="0">
              <a:buNone/>
              <a:defRPr sz="1600" b="1">
                <a:latin typeface="Yu Gothic"/>
                <a:ea typeface="Yu Gothic"/>
                <a:cs typeface="Yu Gothic"/>
              </a:defRPr>
            </a:lvl6pPr>
            <a:lvl7pPr marL="2743200" indent="0">
              <a:buNone/>
              <a:defRPr sz="1600" b="1">
                <a:latin typeface="Yu Gothic"/>
                <a:ea typeface="Yu Gothic"/>
                <a:cs typeface="Yu Gothic"/>
              </a:defRPr>
            </a:lvl7pPr>
            <a:lvl8pPr marL="3200400" indent="0">
              <a:buNone/>
              <a:defRPr sz="1600" b="1">
                <a:latin typeface="Yu Gothic"/>
                <a:ea typeface="Yu Gothic"/>
                <a:cs typeface="Yu Gothic"/>
              </a:defRPr>
            </a:lvl8pPr>
            <a:lvl9pPr marL="3657600" indent="0">
              <a:buNone/>
              <a:defRPr sz="1600" b="1">
                <a:latin typeface="Yu Gothic"/>
                <a:ea typeface="Yu Gothic"/>
                <a:cs typeface="Yu Gothic"/>
              </a:defRPr>
            </a:lvl9pPr>
          </a:lstStyle>
          <a:p>
            <a:pPr lvl="0"/>
            <a:r>
              <a:rPr kumimoji="1" lang="ja-JP" altLang="en-US">
                <a:latin typeface="Yu Gothic"/>
                <a:ea typeface="Yu Gothic"/>
                <a:cs typeface="Yu Gothic"/>
              </a:rPr>
              <a:t>マスター テキストの書式設定</a:t>
            </a:r>
          </a:p>
        </p:txBody>
      </p:sp>
      <p:sp>
        <p:nvSpPr>
          <p:cNvPr id="6" name="コンテンツ プレースホルダー 5">
            <a:extLst>
              <a:ext uri="{FF2B5EF4-FFF2-40B4-BE49-F238E27FC236}">
                <a16:creationId xmlns:a16="http://schemas.microsoft.com/office/drawing/2014/main" id="{44297FBA-BA88-E24D-F05A-A6A92638D0E8}"/>
              </a:ext>
            </a:extLst>
          </p:cNvPr>
          <p:cNvSpPr>
            <a:spLocks noGrp="1"/>
          </p:cNvSpPr>
          <p:nvPr>
            <p:ph sz="quarter" idx="4"/>
          </p:nvPr>
        </p:nvSpPr>
        <p:spPr>
          <a:xfrm>
            <a:off x="6172200" y="2505075"/>
            <a:ext cx="5183188" cy="3684588"/>
          </a:xfrm>
        </p:spPr>
        <p:txBody>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7" name="日付プレースホルダー 6">
            <a:extLst>
              <a:ext uri="{FF2B5EF4-FFF2-40B4-BE49-F238E27FC236}">
                <a16:creationId xmlns:a16="http://schemas.microsoft.com/office/drawing/2014/main" id="{458290CD-426B-6AD9-051E-EB8721A147C8}"/>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8" name="フッター プレースホルダー 7">
            <a:extLst>
              <a:ext uri="{FF2B5EF4-FFF2-40B4-BE49-F238E27FC236}">
                <a16:creationId xmlns:a16="http://schemas.microsoft.com/office/drawing/2014/main" id="{601CDE21-7EB9-081A-85BE-E28E63D31B5D}"/>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9" name="スライド番号プレースホルダー 8">
            <a:extLst>
              <a:ext uri="{FF2B5EF4-FFF2-40B4-BE49-F238E27FC236}">
                <a16:creationId xmlns:a16="http://schemas.microsoft.com/office/drawing/2014/main" id="{5C58A002-587C-AD73-3987-907434D2C182}"/>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1428431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40D445-4551-EB05-CCC3-9C14F4B050BE}"/>
              </a:ext>
            </a:extLst>
          </p:cNvPr>
          <p:cNvSpPr>
            <a:spLocks noGrp="1"/>
          </p:cNvSpPr>
          <p:nvPr>
            <p:ph type="title"/>
          </p:nvPr>
        </p:nvSpPr>
        <p:spPr/>
        <p:txBody>
          <a:bodyPr/>
          <a:lstStyle/>
          <a:p>
            <a:r>
              <a:rPr kumimoji="1" lang="ja-JP" altLang="en-US">
                <a:latin typeface="Yu Gothic"/>
                <a:ea typeface="Yu Gothic"/>
                <a:cs typeface="Yu Gothic"/>
              </a:rPr>
              <a:t>マスター タイトルの書式設定</a:t>
            </a:r>
          </a:p>
        </p:txBody>
      </p:sp>
      <p:sp>
        <p:nvSpPr>
          <p:cNvPr id="3" name="日付プレースホルダー 2">
            <a:extLst>
              <a:ext uri="{FF2B5EF4-FFF2-40B4-BE49-F238E27FC236}">
                <a16:creationId xmlns:a16="http://schemas.microsoft.com/office/drawing/2014/main" id="{BD518B92-E819-2C1E-0FFE-D6B687CF0F59}"/>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4" name="フッター プレースホルダー 3">
            <a:extLst>
              <a:ext uri="{FF2B5EF4-FFF2-40B4-BE49-F238E27FC236}">
                <a16:creationId xmlns:a16="http://schemas.microsoft.com/office/drawing/2014/main" id="{A74C5A04-8596-69F7-8FFC-FBEC5568B2E3}"/>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5" name="スライド番号プレースホルダー 4">
            <a:extLst>
              <a:ext uri="{FF2B5EF4-FFF2-40B4-BE49-F238E27FC236}">
                <a16:creationId xmlns:a16="http://schemas.microsoft.com/office/drawing/2014/main" id="{D5F79D3D-096C-10DD-D549-EA37395C40CF}"/>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3557879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D5BCA0F-BEBF-E8F8-276F-607222A29478}"/>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3" name="フッター プレースホルダー 2">
            <a:extLst>
              <a:ext uri="{FF2B5EF4-FFF2-40B4-BE49-F238E27FC236}">
                <a16:creationId xmlns:a16="http://schemas.microsoft.com/office/drawing/2014/main" id="{49306D10-2B07-8FAA-E5BE-E88C3814C9D9}"/>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4" name="スライド番号プレースホルダー 3">
            <a:extLst>
              <a:ext uri="{FF2B5EF4-FFF2-40B4-BE49-F238E27FC236}">
                <a16:creationId xmlns:a16="http://schemas.microsoft.com/office/drawing/2014/main" id="{5B95AEC2-37A5-0F14-8DA7-AA299A9A2482}"/>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23242237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8AF023-D16C-7B0A-451A-D8819D8B333E}"/>
              </a:ext>
            </a:extLst>
          </p:cNvPr>
          <p:cNvSpPr>
            <a:spLocks noGrp="1"/>
          </p:cNvSpPr>
          <p:nvPr>
            <p:ph type="title"/>
          </p:nvPr>
        </p:nvSpPr>
        <p:spPr>
          <a:xfrm>
            <a:off x="839788" y="457200"/>
            <a:ext cx="3932237" cy="1600200"/>
          </a:xfrm>
        </p:spPr>
        <p:txBody>
          <a:bodyPr anchor="b"/>
          <a:lstStyle>
            <a:lvl1pPr>
              <a:defRPr sz="3200">
                <a:latin typeface="Yu Gothic"/>
                <a:ea typeface="Yu Gothic"/>
                <a:cs typeface="Yu Gothic"/>
              </a:defRPr>
            </a:lvl1pPr>
          </a:lstStyle>
          <a:p>
            <a:r>
              <a:rPr kumimoji="1" lang="ja-JP" altLang="en-US">
                <a:latin typeface="Yu Gothic"/>
                <a:ea typeface="Yu Gothic"/>
                <a:cs typeface="Yu Gothic"/>
              </a:rPr>
              <a:t>マスター タイトルの書式設定</a:t>
            </a:r>
          </a:p>
        </p:txBody>
      </p:sp>
      <p:sp>
        <p:nvSpPr>
          <p:cNvPr id="3" name="コンテンツ プレースホルダー 2">
            <a:extLst>
              <a:ext uri="{FF2B5EF4-FFF2-40B4-BE49-F238E27FC236}">
                <a16:creationId xmlns:a16="http://schemas.microsoft.com/office/drawing/2014/main" id="{90916EE2-B4B9-6937-1C31-4F93FC4C4E7E}"/>
              </a:ext>
            </a:extLst>
          </p:cNvPr>
          <p:cNvSpPr>
            <a:spLocks noGrp="1"/>
          </p:cNvSpPr>
          <p:nvPr>
            <p:ph idx="1"/>
          </p:nvPr>
        </p:nvSpPr>
        <p:spPr>
          <a:xfrm>
            <a:off x="5183188" y="987425"/>
            <a:ext cx="6172200" cy="4873625"/>
          </a:xfrm>
        </p:spPr>
        <p:txBody>
          <a:bodyPr/>
          <a:lstStyle>
            <a:lvl1pPr>
              <a:defRPr sz="3200">
                <a:latin typeface="Yu Gothic"/>
                <a:ea typeface="Yu Gothic"/>
                <a:cs typeface="Yu Gothic"/>
              </a:defRPr>
            </a:lvl1pPr>
            <a:lvl2pPr>
              <a:defRPr sz="2800">
                <a:latin typeface="Yu Gothic"/>
                <a:ea typeface="Yu Gothic"/>
                <a:cs typeface="Yu Gothic"/>
              </a:defRPr>
            </a:lvl2pPr>
            <a:lvl3pPr>
              <a:defRPr sz="2400">
                <a:latin typeface="Yu Gothic"/>
                <a:ea typeface="Yu Gothic"/>
                <a:cs typeface="Yu Gothic"/>
              </a:defRPr>
            </a:lvl3pPr>
            <a:lvl4pPr>
              <a:defRPr sz="2000">
                <a:latin typeface="Yu Gothic"/>
                <a:ea typeface="Yu Gothic"/>
                <a:cs typeface="Yu Gothic"/>
              </a:defRPr>
            </a:lvl4pPr>
            <a:lvl5pPr>
              <a:defRPr sz="2000">
                <a:latin typeface="Yu Gothic"/>
                <a:ea typeface="Yu Gothic"/>
                <a:cs typeface="Yu Gothic"/>
              </a:defRPr>
            </a:lvl5pPr>
            <a:lvl6pPr>
              <a:defRPr sz="2000">
                <a:latin typeface="Yu Gothic"/>
                <a:ea typeface="Yu Gothic"/>
                <a:cs typeface="Yu Gothic"/>
              </a:defRPr>
            </a:lvl6pPr>
            <a:lvl7pPr>
              <a:defRPr sz="2000">
                <a:latin typeface="Yu Gothic"/>
                <a:ea typeface="Yu Gothic"/>
                <a:cs typeface="Yu Gothic"/>
              </a:defRPr>
            </a:lvl7pPr>
            <a:lvl8pPr>
              <a:defRPr sz="2000">
                <a:latin typeface="Yu Gothic"/>
                <a:ea typeface="Yu Gothic"/>
                <a:cs typeface="Yu Gothic"/>
              </a:defRPr>
            </a:lvl8pPr>
            <a:lvl9pPr>
              <a:defRPr sz="2000">
                <a:latin typeface="Yu Gothic"/>
                <a:ea typeface="Yu Gothic"/>
                <a:cs typeface="Yu Gothic"/>
              </a:defRPr>
            </a:lvl9p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テキスト プレースホルダー 3">
            <a:extLst>
              <a:ext uri="{FF2B5EF4-FFF2-40B4-BE49-F238E27FC236}">
                <a16:creationId xmlns:a16="http://schemas.microsoft.com/office/drawing/2014/main" id="{1D6EA1F0-137F-F557-2998-93294E1D14E8}"/>
              </a:ext>
            </a:extLst>
          </p:cNvPr>
          <p:cNvSpPr>
            <a:spLocks noGrp="1"/>
          </p:cNvSpPr>
          <p:nvPr>
            <p:ph type="body" sz="half" idx="2"/>
          </p:nvPr>
        </p:nvSpPr>
        <p:spPr>
          <a:xfrm>
            <a:off x="839788" y="2057400"/>
            <a:ext cx="3932237" cy="3811588"/>
          </a:xfrm>
        </p:spPr>
        <p:txBody>
          <a:bodyPr/>
          <a:lstStyle>
            <a:lvl1pPr marL="0" indent="0">
              <a:buNone/>
              <a:defRPr sz="1600">
                <a:latin typeface="Yu Gothic"/>
                <a:ea typeface="Yu Gothic"/>
                <a:cs typeface="Yu Gothic"/>
              </a:defRPr>
            </a:lvl1pPr>
            <a:lvl2pPr marL="457200" indent="0">
              <a:buNone/>
              <a:defRPr sz="1400">
                <a:latin typeface="Yu Gothic"/>
                <a:ea typeface="Yu Gothic"/>
                <a:cs typeface="Yu Gothic"/>
              </a:defRPr>
            </a:lvl2pPr>
            <a:lvl3pPr marL="914400" indent="0">
              <a:buNone/>
              <a:defRPr sz="1200">
                <a:latin typeface="Yu Gothic"/>
                <a:ea typeface="Yu Gothic"/>
                <a:cs typeface="Yu Gothic"/>
              </a:defRPr>
            </a:lvl3pPr>
            <a:lvl4pPr marL="1371600" indent="0">
              <a:buNone/>
              <a:defRPr sz="1000">
                <a:latin typeface="Yu Gothic"/>
                <a:ea typeface="Yu Gothic"/>
                <a:cs typeface="Yu Gothic"/>
              </a:defRPr>
            </a:lvl4pPr>
            <a:lvl5pPr marL="1828800" indent="0">
              <a:buNone/>
              <a:defRPr sz="1000">
                <a:latin typeface="Yu Gothic"/>
                <a:ea typeface="Yu Gothic"/>
                <a:cs typeface="Yu Gothic"/>
              </a:defRPr>
            </a:lvl5pPr>
            <a:lvl6pPr marL="2286000" indent="0">
              <a:buNone/>
              <a:defRPr sz="1000">
                <a:latin typeface="Yu Gothic"/>
                <a:ea typeface="Yu Gothic"/>
                <a:cs typeface="Yu Gothic"/>
              </a:defRPr>
            </a:lvl6pPr>
            <a:lvl7pPr marL="2743200" indent="0">
              <a:buNone/>
              <a:defRPr sz="1000">
                <a:latin typeface="Yu Gothic"/>
                <a:ea typeface="Yu Gothic"/>
                <a:cs typeface="Yu Gothic"/>
              </a:defRPr>
            </a:lvl7pPr>
            <a:lvl8pPr marL="3200400" indent="0">
              <a:buNone/>
              <a:defRPr sz="1000">
                <a:latin typeface="Yu Gothic"/>
                <a:ea typeface="Yu Gothic"/>
                <a:cs typeface="Yu Gothic"/>
              </a:defRPr>
            </a:lvl8pPr>
            <a:lvl9pPr marL="3657600" indent="0">
              <a:buNone/>
              <a:defRPr sz="1000">
                <a:latin typeface="Yu Gothic"/>
                <a:ea typeface="Yu Gothic"/>
                <a:cs typeface="Yu Gothic"/>
              </a:defRPr>
            </a:lvl9pPr>
          </a:lstStyle>
          <a:p>
            <a:pPr lvl="0"/>
            <a:r>
              <a:rPr kumimoji="1" lang="ja-JP" altLang="en-US">
                <a:latin typeface="Yu Gothic"/>
                <a:ea typeface="Yu Gothic"/>
                <a:cs typeface="Yu Gothic"/>
              </a:rPr>
              <a:t>マスター テキストの書式設定</a:t>
            </a:r>
          </a:p>
        </p:txBody>
      </p:sp>
      <p:sp>
        <p:nvSpPr>
          <p:cNvPr id="5" name="日付プレースホルダー 4">
            <a:extLst>
              <a:ext uri="{FF2B5EF4-FFF2-40B4-BE49-F238E27FC236}">
                <a16:creationId xmlns:a16="http://schemas.microsoft.com/office/drawing/2014/main" id="{DC585C20-452A-D817-ACB6-487E20DAAF5E}"/>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6" name="フッター プレースホルダー 5">
            <a:extLst>
              <a:ext uri="{FF2B5EF4-FFF2-40B4-BE49-F238E27FC236}">
                <a16:creationId xmlns:a16="http://schemas.microsoft.com/office/drawing/2014/main" id="{516D1D75-6061-A59E-7A36-8239EFE98B0A}"/>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7" name="スライド番号プレースホルダー 6">
            <a:extLst>
              <a:ext uri="{FF2B5EF4-FFF2-40B4-BE49-F238E27FC236}">
                <a16:creationId xmlns:a16="http://schemas.microsoft.com/office/drawing/2014/main" id="{F61A8F80-3686-5CE8-8806-5B58A674A389}"/>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3686257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B74C73-9EED-78F6-053B-F4E5B6602C2E}"/>
              </a:ext>
            </a:extLst>
          </p:cNvPr>
          <p:cNvSpPr>
            <a:spLocks noGrp="1"/>
          </p:cNvSpPr>
          <p:nvPr>
            <p:ph type="title"/>
          </p:nvPr>
        </p:nvSpPr>
        <p:spPr>
          <a:xfrm>
            <a:off x="839788" y="457200"/>
            <a:ext cx="3932237" cy="1600200"/>
          </a:xfrm>
        </p:spPr>
        <p:txBody>
          <a:bodyPr anchor="b"/>
          <a:lstStyle>
            <a:lvl1pPr>
              <a:defRPr sz="3200">
                <a:latin typeface="Yu Gothic"/>
                <a:ea typeface="Yu Gothic"/>
                <a:cs typeface="Yu Gothic"/>
              </a:defRPr>
            </a:lvl1pPr>
          </a:lstStyle>
          <a:p>
            <a:r>
              <a:rPr kumimoji="1" lang="ja-JP" altLang="en-US">
                <a:latin typeface="Yu Gothic"/>
                <a:ea typeface="Yu Gothic"/>
                <a:cs typeface="Yu Gothic"/>
              </a:rPr>
              <a:t>マスター タイトルの書式設定</a:t>
            </a:r>
          </a:p>
        </p:txBody>
      </p:sp>
      <p:sp>
        <p:nvSpPr>
          <p:cNvPr id="3" name="図プレースホルダー 2">
            <a:extLst>
              <a:ext uri="{FF2B5EF4-FFF2-40B4-BE49-F238E27FC236}">
                <a16:creationId xmlns:a16="http://schemas.microsoft.com/office/drawing/2014/main" id="{A36AFBB3-A1B8-6B07-59A7-9B205D91F9DE}"/>
              </a:ext>
            </a:extLst>
          </p:cNvPr>
          <p:cNvSpPr>
            <a:spLocks noGrp="1"/>
          </p:cNvSpPr>
          <p:nvPr>
            <p:ph type="pic" idx="1"/>
          </p:nvPr>
        </p:nvSpPr>
        <p:spPr>
          <a:xfrm>
            <a:off x="5183188" y="987425"/>
            <a:ext cx="6172200" cy="4873625"/>
          </a:xfrm>
        </p:spPr>
        <p:txBody>
          <a:bodyPr/>
          <a:lstStyle>
            <a:lvl1pPr marL="0" indent="0">
              <a:buNone/>
              <a:defRPr sz="3200">
                <a:latin typeface="Yu Gothic"/>
                <a:ea typeface="Yu Gothic"/>
                <a:cs typeface="Yu Gothic"/>
              </a:defRPr>
            </a:lvl1pPr>
            <a:lvl2pPr marL="457200" indent="0">
              <a:buNone/>
              <a:defRPr sz="2800">
                <a:latin typeface="Yu Gothic"/>
                <a:ea typeface="Yu Gothic"/>
                <a:cs typeface="Yu Gothic"/>
              </a:defRPr>
            </a:lvl2pPr>
            <a:lvl3pPr marL="914400" indent="0">
              <a:buNone/>
              <a:defRPr sz="2400">
                <a:latin typeface="Yu Gothic"/>
                <a:ea typeface="Yu Gothic"/>
                <a:cs typeface="Yu Gothic"/>
              </a:defRPr>
            </a:lvl3pPr>
            <a:lvl4pPr marL="1371600" indent="0">
              <a:buNone/>
              <a:defRPr sz="2000">
                <a:latin typeface="Yu Gothic"/>
                <a:ea typeface="Yu Gothic"/>
                <a:cs typeface="Yu Gothic"/>
              </a:defRPr>
            </a:lvl4pPr>
            <a:lvl5pPr marL="1828800" indent="0">
              <a:buNone/>
              <a:defRPr sz="2000">
                <a:latin typeface="Yu Gothic"/>
                <a:ea typeface="Yu Gothic"/>
                <a:cs typeface="Yu Gothic"/>
              </a:defRPr>
            </a:lvl5pPr>
            <a:lvl6pPr marL="2286000" indent="0">
              <a:buNone/>
              <a:defRPr sz="2000">
                <a:latin typeface="Yu Gothic"/>
                <a:ea typeface="Yu Gothic"/>
                <a:cs typeface="Yu Gothic"/>
              </a:defRPr>
            </a:lvl6pPr>
            <a:lvl7pPr marL="2743200" indent="0">
              <a:buNone/>
              <a:defRPr sz="2000">
                <a:latin typeface="Yu Gothic"/>
                <a:ea typeface="Yu Gothic"/>
                <a:cs typeface="Yu Gothic"/>
              </a:defRPr>
            </a:lvl7pPr>
            <a:lvl8pPr marL="3200400" indent="0">
              <a:buNone/>
              <a:defRPr sz="2000">
                <a:latin typeface="Yu Gothic"/>
                <a:ea typeface="Yu Gothic"/>
                <a:cs typeface="Yu Gothic"/>
              </a:defRPr>
            </a:lvl8pPr>
            <a:lvl9pPr marL="3657600" indent="0">
              <a:buNone/>
              <a:defRPr sz="2000">
                <a:latin typeface="Yu Gothic"/>
                <a:ea typeface="Yu Gothic"/>
                <a:cs typeface="Yu Gothic"/>
              </a:defRPr>
            </a:lvl9pPr>
          </a:lstStyle>
          <a:p>
            <a:endParaRPr kumimoji="1" lang="ja-JP" altLang="en-US">
              <a:latin typeface="Yu Gothic"/>
              <a:ea typeface="Yu Gothic"/>
              <a:cs typeface="Yu Gothic"/>
            </a:endParaRPr>
          </a:p>
        </p:txBody>
      </p:sp>
      <p:sp>
        <p:nvSpPr>
          <p:cNvPr id="4" name="テキスト プレースホルダー 3">
            <a:extLst>
              <a:ext uri="{FF2B5EF4-FFF2-40B4-BE49-F238E27FC236}">
                <a16:creationId xmlns:a16="http://schemas.microsoft.com/office/drawing/2014/main" id="{9DE41014-64AB-2BB1-F313-AC315EA69423}"/>
              </a:ext>
            </a:extLst>
          </p:cNvPr>
          <p:cNvSpPr>
            <a:spLocks noGrp="1"/>
          </p:cNvSpPr>
          <p:nvPr>
            <p:ph type="body" sz="half" idx="2"/>
          </p:nvPr>
        </p:nvSpPr>
        <p:spPr>
          <a:xfrm>
            <a:off x="839788" y="2057400"/>
            <a:ext cx="3932237" cy="3811588"/>
          </a:xfrm>
        </p:spPr>
        <p:txBody>
          <a:bodyPr/>
          <a:lstStyle>
            <a:lvl1pPr marL="0" indent="0">
              <a:buNone/>
              <a:defRPr sz="1600">
                <a:latin typeface="Yu Gothic"/>
                <a:ea typeface="Yu Gothic"/>
                <a:cs typeface="Yu Gothic"/>
              </a:defRPr>
            </a:lvl1pPr>
            <a:lvl2pPr marL="457200" indent="0">
              <a:buNone/>
              <a:defRPr sz="1400">
                <a:latin typeface="Yu Gothic"/>
                <a:ea typeface="Yu Gothic"/>
                <a:cs typeface="Yu Gothic"/>
              </a:defRPr>
            </a:lvl2pPr>
            <a:lvl3pPr marL="914400" indent="0">
              <a:buNone/>
              <a:defRPr sz="1200">
                <a:latin typeface="Yu Gothic"/>
                <a:ea typeface="Yu Gothic"/>
                <a:cs typeface="Yu Gothic"/>
              </a:defRPr>
            </a:lvl3pPr>
            <a:lvl4pPr marL="1371600" indent="0">
              <a:buNone/>
              <a:defRPr sz="1000">
                <a:latin typeface="Yu Gothic"/>
                <a:ea typeface="Yu Gothic"/>
                <a:cs typeface="Yu Gothic"/>
              </a:defRPr>
            </a:lvl4pPr>
            <a:lvl5pPr marL="1828800" indent="0">
              <a:buNone/>
              <a:defRPr sz="1000">
                <a:latin typeface="Yu Gothic"/>
                <a:ea typeface="Yu Gothic"/>
                <a:cs typeface="Yu Gothic"/>
              </a:defRPr>
            </a:lvl5pPr>
            <a:lvl6pPr marL="2286000" indent="0">
              <a:buNone/>
              <a:defRPr sz="1000">
                <a:latin typeface="Yu Gothic"/>
                <a:ea typeface="Yu Gothic"/>
                <a:cs typeface="Yu Gothic"/>
              </a:defRPr>
            </a:lvl6pPr>
            <a:lvl7pPr marL="2743200" indent="0">
              <a:buNone/>
              <a:defRPr sz="1000">
                <a:latin typeface="Yu Gothic"/>
                <a:ea typeface="Yu Gothic"/>
                <a:cs typeface="Yu Gothic"/>
              </a:defRPr>
            </a:lvl7pPr>
            <a:lvl8pPr marL="3200400" indent="0">
              <a:buNone/>
              <a:defRPr sz="1000">
                <a:latin typeface="Yu Gothic"/>
                <a:ea typeface="Yu Gothic"/>
                <a:cs typeface="Yu Gothic"/>
              </a:defRPr>
            </a:lvl8pPr>
            <a:lvl9pPr marL="3657600" indent="0">
              <a:buNone/>
              <a:defRPr sz="1000">
                <a:latin typeface="Yu Gothic"/>
                <a:ea typeface="Yu Gothic"/>
                <a:cs typeface="Yu Gothic"/>
              </a:defRPr>
            </a:lvl9pPr>
          </a:lstStyle>
          <a:p>
            <a:pPr lvl="0"/>
            <a:r>
              <a:rPr kumimoji="1" lang="ja-JP" altLang="en-US">
                <a:latin typeface="Yu Gothic"/>
                <a:ea typeface="Yu Gothic"/>
                <a:cs typeface="Yu Gothic"/>
              </a:rPr>
              <a:t>マスター テキストの書式設定</a:t>
            </a:r>
          </a:p>
        </p:txBody>
      </p:sp>
      <p:sp>
        <p:nvSpPr>
          <p:cNvPr id="5" name="日付プレースホルダー 4">
            <a:extLst>
              <a:ext uri="{FF2B5EF4-FFF2-40B4-BE49-F238E27FC236}">
                <a16:creationId xmlns:a16="http://schemas.microsoft.com/office/drawing/2014/main" id="{93A30A61-7AF5-DCDC-50E9-4D7CCCA11554}"/>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6" name="フッター プレースホルダー 5">
            <a:extLst>
              <a:ext uri="{FF2B5EF4-FFF2-40B4-BE49-F238E27FC236}">
                <a16:creationId xmlns:a16="http://schemas.microsoft.com/office/drawing/2014/main" id="{9F924FB9-2034-7BED-D214-6A0083677138}"/>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7" name="スライド番号プレースホルダー 6">
            <a:extLst>
              <a:ext uri="{FF2B5EF4-FFF2-40B4-BE49-F238E27FC236}">
                <a16:creationId xmlns:a16="http://schemas.microsoft.com/office/drawing/2014/main" id="{27D5D0ED-7A29-B96E-F1F7-75B4EAB8933B}"/>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3894740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DF62BA-3551-7439-F2F8-4A6699CB461D}"/>
              </a:ext>
            </a:extLst>
          </p:cNvPr>
          <p:cNvSpPr>
            <a:spLocks noGrp="1"/>
          </p:cNvSpPr>
          <p:nvPr>
            <p:ph type="title"/>
          </p:nvPr>
        </p:nvSpPr>
        <p:spPr/>
        <p:txBody>
          <a:bodyPr/>
          <a:lstStyle/>
          <a:p>
            <a:r>
              <a:rPr kumimoji="1" lang="ja-JP" altLang="en-US">
                <a:latin typeface="Yu Gothic"/>
                <a:ea typeface="Yu Gothic"/>
                <a:cs typeface="Yu Gothic"/>
              </a:rPr>
              <a:t>マスター タイトルの書式設定</a:t>
            </a:r>
          </a:p>
        </p:txBody>
      </p:sp>
      <p:sp>
        <p:nvSpPr>
          <p:cNvPr id="3" name="縦書きテキスト プレースホルダー 2">
            <a:extLst>
              <a:ext uri="{FF2B5EF4-FFF2-40B4-BE49-F238E27FC236}">
                <a16:creationId xmlns:a16="http://schemas.microsoft.com/office/drawing/2014/main" id="{1A278940-DDB6-354B-854F-601313858F4C}"/>
              </a:ext>
            </a:extLst>
          </p:cNvPr>
          <p:cNvSpPr>
            <a:spLocks noGrp="1"/>
          </p:cNvSpPr>
          <p:nvPr>
            <p:ph type="body" orient="vert" idx="1"/>
          </p:nvPr>
        </p:nvSpPr>
        <p:spPr/>
        <p:txBody>
          <a:bodyPr vert="eaVert"/>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日付プレースホルダー 3">
            <a:extLst>
              <a:ext uri="{FF2B5EF4-FFF2-40B4-BE49-F238E27FC236}">
                <a16:creationId xmlns:a16="http://schemas.microsoft.com/office/drawing/2014/main" id="{7635CE62-573C-7AF2-3EA5-558F3D257088}"/>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BCFBD3FD-55E7-A949-D4B7-23AB705ABBD4}"/>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46A1A2E2-B5EC-A70F-C8BA-1CCBD135800B}"/>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19520104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66A711B-37CE-300E-C1C4-99BF6FC0591A}"/>
              </a:ext>
            </a:extLst>
          </p:cNvPr>
          <p:cNvSpPr>
            <a:spLocks noGrp="1"/>
          </p:cNvSpPr>
          <p:nvPr>
            <p:ph type="title" orient="vert"/>
          </p:nvPr>
        </p:nvSpPr>
        <p:spPr>
          <a:xfrm>
            <a:off x="8724900" y="365125"/>
            <a:ext cx="2628900" cy="5811838"/>
          </a:xfrm>
        </p:spPr>
        <p:txBody>
          <a:bodyPr vert="eaVert"/>
          <a:lstStyle/>
          <a:p>
            <a:r>
              <a:rPr kumimoji="1" lang="ja-JP" altLang="en-US">
                <a:latin typeface="Yu Gothic"/>
                <a:ea typeface="Yu Gothic"/>
                <a:cs typeface="Yu Gothic"/>
              </a:rPr>
              <a:t>マスター タイトルの書式設定</a:t>
            </a:r>
          </a:p>
        </p:txBody>
      </p:sp>
      <p:sp>
        <p:nvSpPr>
          <p:cNvPr id="3" name="縦書きテキスト プレースホルダー 2">
            <a:extLst>
              <a:ext uri="{FF2B5EF4-FFF2-40B4-BE49-F238E27FC236}">
                <a16:creationId xmlns:a16="http://schemas.microsoft.com/office/drawing/2014/main" id="{E038BE22-E538-989F-2F71-1D44E2095E6B}"/>
              </a:ext>
            </a:extLst>
          </p:cNvPr>
          <p:cNvSpPr>
            <a:spLocks noGrp="1"/>
          </p:cNvSpPr>
          <p:nvPr>
            <p:ph type="body" orient="vert" idx="1"/>
          </p:nvPr>
        </p:nvSpPr>
        <p:spPr>
          <a:xfrm>
            <a:off x="838200" y="365125"/>
            <a:ext cx="7734300" cy="5811838"/>
          </a:xfrm>
        </p:spPr>
        <p:txBody>
          <a:bodyPr vert="eaVert"/>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日付プレースホルダー 3">
            <a:extLst>
              <a:ext uri="{FF2B5EF4-FFF2-40B4-BE49-F238E27FC236}">
                <a16:creationId xmlns:a16="http://schemas.microsoft.com/office/drawing/2014/main" id="{686B2C7C-FB5B-CBE3-BD95-1C411DBF5D90}"/>
              </a:ext>
            </a:extLst>
          </p:cNvPr>
          <p:cNvSpPr>
            <a:spLocks noGrp="1"/>
          </p:cNvSpPr>
          <p:nvPr>
            <p:ph type="dt" sz="half" idx="10"/>
          </p:nvPr>
        </p:nvSpPr>
        <p:spPr/>
        <p:txBody>
          <a:body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685465BE-8EC7-ED30-4746-BC531C82193A}"/>
              </a:ext>
            </a:extLst>
          </p:cNvPr>
          <p:cNvSpPr>
            <a:spLocks noGrp="1"/>
          </p:cNvSpPr>
          <p:nvPr>
            <p:ph type="ftr" sz="quarter" idx="11"/>
          </p:nvPr>
        </p:nvSpPr>
        <p:spPr/>
        <p:txBody>
          <a:body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21109D9B-978F-0B95-3F70-3DED68D13FA9}"/>
              </a:ext>
            </a:extLst>
          </p:cNvPr>
          <p:cNvSpPr>
            <a:spLocks noGrp="1"/>
          </p:cNvSpPr>
          <p:nvPr>
            <p:ph type="sldNum" sz="quarter" idx="12"/>
          </p:nvPr>
        </p:nvSpPr>
        <p:spPr/>
        <p:txBody>
          <a:body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1142861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a:t>
            </a:fld>
            <a:endParaRPr lang="en-US">
              <a:latin typeface="Yu Gothic"/>
              <a:ea typeface="Yu Gothic"/>
              <a:cs typeface="Yu Gothic"/>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2" r:id="rId5"/>
    <p:sldLayoutId id="2147483653" r:id="rId6"/>
  </p:sldLayoutIdLst>
  <p:hf hdr="0" ftr="0" dt="0"/>
  <p:txStyles>
    <p:titleStyle>
      <a:lvl1pPr algn="ctr" defTabSz="914400" rtl="0" eaLnBrk="1" latinLnBrk="0" hangingPunct="1">
        <a:spcBef>
          <a:spcPct val="0"/>
        </a:spcBef>
        <a:buNone/>
        <a:defRPr sz="4400" kern="1200">
          <a:solidFill>
            <a:schemeClr val="tx1"/>
          </a:solidFill>
          <a:latin typeface="Yu Gothic"/>
          <a:ea typeface="Yu Gothic"/>
          <a:cs typeface="Yu Gothic"/>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Yu Gothic"/>
          <a:ea typeface="Yu Gothic"/>
          <a:cs typeface="Yu Gothic"/>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Yu Gothic"/>
          <a:ea typeface="Yu Gothic"/>
          <a:cs typeface="Yu Gothic"/>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Yu Gothic"/>
          <a:ea typeface="Yu Gothic"/>
          <a:cs typeface="Yu Gothic"/>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Yu Gothic"/>
          <a:ea typeface="Yu Gothic"/>
          <a:cs typeface="Yu Gothic"/>
        </a:defRPr>
      </a:lvl9pPr>
    </p:bodyStyle>
    <p:otherStyle>
      <a:defPPr>
        <a:defRPr lang="en-US">
          <a:latin typeface="Yu Gothic"/>
          <a:ea typeface="Yu Gothic"/>
          <a:cs typeface="Yu Gothic"/>
        </a:defRPr>
      </a:defPPr>
      <a:lvl1pPr marL="0" algn="l" defTabSz="914400" rtl="0" eaLnBrk="1" latinLnBrk="0" hangingPunct="1">
        <a:defRPr sz="1800" kern="1200">
          <a:solidFill>
            <a:schemeClr val="tx1"/>
          </a:solidFill>
          <a:latin typeface="Yu Gothic"/>
          <a:ea typeface="Yu Gothic"/>
          <a:cs typeface="Yu Gothic"/>
        </a:defRPr>
      </a:lvl1pPr>
      <a:lvl2pPr marL="457200" algn="l" defTabSz="914400" rtl="0" eaLnBrk="1" latinLnBrk="0" hangingPunct="1">
        <a:defRPr sz="1800" kern="1200">
          <a:solidFill>
            <a:schemeClr val="tx1"/>
          </a:solidFill>
          <a:latin typeface="Yu Gothic"/>
          <a:ea typeface="Yu Gothic"/>
          <a:cs typeface="Yu Gothic"/>
        </a:defRPr>
      </a:lvl2pPr>
      <a:lvl3pPr marL="914400" algn="l" defTabSz="914400" rtl="0" eaLnBrk="1" latinLnBrk="0" hangingPunct="1">
        <a:defRPr sz="1800" kern="1200">
          <a:solidFill>
            <a:schemeClr val="tx1"/>
          </a:solidFill>
          <a:latin typeface="Yu Gothic"/>
          <a:ea typeface="Yu Gothic"/>
          <a:cs typeface="Yu Gothic"/>
        </a:defRPr>
      </a:lvl3pPr>
      <a:lvl4pPr marL="1371600" algn="l" defTabSz="914400" rtl="0" eaLnBrk="1" latinLnBrk="0" hangingPunct="1">
        <a:defRPr sz="1800" kern="1200">
          <a:solidFill>
            <a:schemeClr val="tx1"/>
          </a:solidFill>
          <a:latin typeface="Yu Gothic"/>
          <a:ea typeface="Yu Gothic"/>
          <a:cs typeface="Yu Gothic"/>
        </a:defRPr>
      </a:lvl4pPr>
      <a:lvl5pPr marL="1828800" algn="l" defTabSz="914400" rtl="0" eaLnBrk="1" latinLnBrk="0" hangingPunct="1">
        <a:defRPr sz="1800" kern="1200">
          <a:solidFill>
            <a:schemeClr val="tx1"/>
          </a:solidFill>
          <a:latin typeface="Yu Gothic"/>
          <a:ea typeface="Yu Gothic"/>
          <a:cs typeface="Yu Gothic"/>
        </a:defRPr>
      </a:lvl5pPr>
      <a:lvl6pPr marL="2286000" algn="l" defTabSz="914400" rtl="0" eaLnBrk="1" latinLnBrk="0" hangingPunct="1">
        <a:defRPr sz="1800" kern="1200">
          <a:solidFill>
            <a:schemeClr val="tx1"/>
          </a:solidFill>
          <a:latin typeface="Yu Gothic"/>
          <a:ea typeface="Yu Gothic"/>
          <a:cs typeface="Yu Gothic"/>
        </a:defRPr>
      </a:lvl6pPr>
      <a:lvl7pPr marL="2743200" algn="l" defTabSz="914400" rtl="0" eaLnBrk="1" latinLnBrk="0" hangingPunct="1">
        <a:defRPr sz="1800" kern="1200">
          <a:solidFill>
            <a:schemeClr val="tx1"/>
          </a:solidFill>
          <a:latin typeface="Yu Gothic"/>
          <a:ea typeface="Yu Gothic"/>
          <a:cs typeface="Yu Gothic"/>
        </a:defRPr>
      </a:lvl7pPr>
      <a:lvl8pPr marL="3200400" algn="l" defTabSz="914400" rtl="0" eaLnBrk="1" latinLnBrk="0" hangingPunct="1">
        <a:defRPr sz="1800" kern="1200">
          <a:solidFill>
            <a:schemeClr val="tx1"/>
          </a:solidFill>
          <a:latin typeface="Yu Gothic"/>
          <a:ea typeface="Yu Gothic"/>
          <a:cs typeface="Yu Gothic"/>
        </a:defRPr>
      </a:lvl8pPr>
      <a:lvl9pPr marL="3657600" algn="l" defTabSz="914400" rtl="0" eaLnBrk="1" latinLnBrk="0" hangingPunct="1">
        <a:defRPr sz="1800" kern="1200">
          <a:solidFill>
            <a:schemeClr val="tx1"/>
          </a:solidFill>
          <a:latin typeface="Yu Gothic"/>
          <a:ea typeface="Yu Gothic"/>
          <a:cs typeface="Yu Gothic"/>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53C4BFB-90D3-23AD-42DB-C09ADE50AA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latin typeface="Yu Gothic"/>
                <a:ea typeface="Yu Gothic"/>
                <a:cs typeface="Yu Gothic"/>
              </a:rPr>
              <a:t>マスター タイトルの書式設定</a:t>
            </a:r>
          </a:p>
        </p:txBody>
      </p:sp>
      <p:sp>
        <p:nvSpPr>
          <p:cNvPr id="3" name="テキスト プレースホルダー 2">
            <a:extLst>
              <a:ext uri="{FF2B5EF4-FFF2-40B4-BE49-F238E27FC236}">
                <a16:creationId xmlns:a16="http://schemas.microsoft.com/office/drawing/2014/main" id="{8277F540-0E78-F079-AEF9-95481DDEBA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latin typeface="Yu Gothic"/>
                <a:ea typeface="Yu Gothic"/>
                <a:cs typeface="Yu Gothic"/>
              </a:rPr>
              <a:t>マスター テキストの書式設定</a:t>
            </a:r>
          </a:p>
          <a:p>
            <a:pPr lvl="1"/>
            <a:r>
              <a:rPr kumimoji="1" lang="ja-JP" altLang="en-US">
                <a:latin typeface="Yu Gothic"/>
                <a:ea typeface="Yu Gothic"/>
                <a:cs typeface="Yu Gothic"/>
              </a:rPr>
              <a:t>第 </a:t>
            </a:r>
            <a:r>
              <a:rPr kumimoji="1" lang="en-US" altLang="ja-JP">
                <a:latin typeface="Yu Gothic"/>
                <a:ea typeface="Yu Gothic"/>
                <a:cs typeface="Yu Gothic"/>
              </a:rPr>
              <a:t>2 </a:t>
            </a:r>
            <a:r>
              <a:rPr kumimoji="1" lang="ja-JP" altLang="en-US">
                <a:latin typeface="Yu Gothic"/>
                <a:ea typeface="Yu Gothic"/>
                <a:cs typeface="Yu Gothic"/>
              </a:rPr>
              <a:t>レベル</a:t>
            </a:r>
          </a:p>
          <a:p>
            <a:pPr lvl="2"/>
            <a:r>
              <a:rPr kumimoji="1" lang="ja-JP" altLang="en-US">
                <a:latin typeface="Yu Gothic"/>
                <a:ea typeface="Yu Gothic"/>
                <a:cs typeface="Yu Gothic"/>
              </a:rPr>
              <a:t>第 </a:t>
            </a:r>
            <a:r>
              <a:rPr kumimoji="1" lang="en-US" altLang="ja-JP">
                <a:latin typeface="Yu Gothic"/>
                <a:ea typeface="Yu Gothic"/>
                <a:cs typeface="Yu Gothic"/>
              </a:rPr>
              <a:t>3 </a:t>
            </a:r>
            <a:r>
              <a:rPr kumimoji="1" lang="ja-JP" altLang="en-US">
                <a:latin typeface="Yu Gothic"/>
                <a:ea typeface="Yu Gothic"/>
                <a:cs typeface="Yu Gothic"/>
              </a:rPr>
              <a:t>レベル</a:t>
            </a:r>
          </a:p>
          <a:p>
            <a:pPr lvl="3"/>
            <a:r>
              <a:rPr kumimoji="1" lang="ja-JP" altLang="en-US">
                <a:latin typeface="Yu Gothic"/>
                <a:ea typeface="Yu Gothic"/>
                <a:cs typeface="Yu Gothic"/>
              </a:rPr>
              <a:t>第 </a:t>
            </a:r>
            <a:r>
              <a:rPr kumimoji="1" lang="en-US" altLang="ja-JP">
                <a:latin typeface="Yu Gothic"/>
                <a:ea typeface="Yu Gothic"/>
                <a:cs typeface="Yu Gothic"/>
              </a:rPr>
              <a:t>4 </a:t>
            </a:r>
            <a:r>
              <a:rPr kumimoji="1" lang="ja-JP" altLang="en-US">
                <a:latin typeface="Yu Gothic"/>
                <a:ea typeface="Yu Gothic"/>
                <a:cs typeface="Yu Gothic"/>
              </a:rPr>
              <a:t>レベル</a:t>
            </a:r>
          </a:p>
          <a:p>
            <a:pPr lvl="4"/>
            <a:r>
              <a:rPr kumimoji="1" lang="ja-JP" altLang="en-US">
                <a:latin typeface="Yu Gothic"/>
                <a:ea typeface="Yu Gothic"/>
                <a:cs typeface="Yu Gothic"/>
              </a:rPr>
              <a:t>第 </a:t>
            </a:r>
            <a:r>
              <a:rPr kumimoji="1" lang="en-US" altLang="ja-JP">
                <a:latin typeface="Yu Gothic"/>
                <a:ea typeface="Yu Gothic"/>
                <a:cs typeface="Yu Gothic"/>
              </a:rPr>
              <a:t>5 </a:t>
            </a:r>
            <a:r>
              <a:rPr kumimoji="1" lang="ja-JP" altLang="en-US">
                <a:latin typeface="Yu Gothic"/>
                <a:ea typeface="Yu Gothic"/>
                <a:cs typeface="Yu Gothic"/>
              </a:rPr>
              <a:t>レベル</a:t>
            </a:r>
          </a:p>
        </p:txBody>
      </p:sp>
      <p:sp>
        <p:nvSpPr>
          <p:cNvPr id="4" name="日付プレースホルダー 3">
            <a:extLst>
              <a:ext uri="{FF2B5EF4-FFF2-40B4-BE49-F238E27FC236}">
                <a16:creationId xmlns:a16="http://schemas.microsoft.com/office/drawing/2014/main" id="{BD641722-6586-62D4-9B53-7D72314ED6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Yu Gothic"/>
                <a:ea typeface="Yu Gothic"/>
                <a:cs typeface="Yu Gothic"/>
              </a:defRPr>
            </a:lvl1pPr>
          </a:lstStyle>
          <a:p>
            <a:fld id="{A48691BF-DF2E-E34A-A35D-0EA1AB5C53FA}" type="datetimeFigureOut">
              <a:rPr kumimoji="1" lang="ja-JP" altLang="en-US" smtClean="0">
                <a:latin typeface="Yu Gothic"/>
                <a:ea typeface="Yu Gothic"/>
                <a:cs typeface="Yu Gothic"/>
              </a:rPr>
              <a:t>2026/5/25</a:t>
            </a:fld>
            <a:endParaRPr kumimoji="1" lang="ja-JP" altLang="en-US">
              <a:latin typeface="Yu Gothic"/>
              <a:ea typeface="Yu Gothic"/>
              <a:cs typeface="Yu Gothic"/>
            </a:endParaRPr>
          </a:p>
        </p:txBody>
      </p:sp>
      <p:sp>
        <p:nvSpPr>
          <p:cNvPr id="5" name="フッター プレースホルダー 4">
            <a:extLst>
              <a:ext uri="{FF2B5EF4-FFF2-40B4-BE49-F238E27FC236}">
                <a16:creationId xmlns:a16="http://schemas.microsoft.com/office/drawing/2014/main" id="{02F2445B-0620-7617-51FB-39638243A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Yu Gothic"/>
                <a:ea typeface="Yu Gothic"/>
                <a:cs typeface="Yu Gothic"/>
              </a:defRPr>
            </a:lvl1pPr>
          </a:lstStyle>
          <a:p>
            <a:endParaRPr kumimoji="1" lang="ja-JP" altLang="en-US">
              <a:latin typeface="Yu Gothic"/>
              <a:ea typeface="Yu Gothic"/>
              <a:cs typeface="Yu Gothic"/>
            </a:endParaRPr>
          </a:p>
        </p:txBody>
      </p:sp>
      <p:sp>
        <p:nvSpPr>
          <p:cNvPr id="6" name="スライド番号プレースホルダー 5">
            <a:extLst>
              <a:ext uri="{FF2B5EF4-FFF2-40B4-BE49-F238E27FC236}">
                <a16:creationId xmlns:a16="http://schemas.microsoft.com/office/drawing/2014/main" id="{653373DA-290B-3561-E92A-3A30D56E67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Yu Gothic"/>
                <a:ea typeface="Yu Gothic"/>
                <a:cs typeface="Yu Gothic"/>
              </a:defRPr>
            </a:lvl1pPr>
          </a:lstStyle>
          <a:p>
            <a:fld id="{8F728EBA-3EDD-8445-8722-D98E6D2A4AB3}" type="slidenum">
              <a:rPr kumimoji="1" lang="ja-JP" altLang="en-US" smtClean="0">
                <a:latin typeface="Yu Gothic"/>
                <a:ea typeface="Yu Gothic"/>
                <a:cs typeface="Yu Gothic"/>
              </a:rPr>
              <a:t>‹#›</a:t>
            </a:fld>
            <a:endParaRPr kumimoji="1" lang="ja-JP" altLang="en-US">
              <a:latin typeface="Yu Gothic"/>
              <a:ea typeface="Yu Gothic"/>
              <a:cs typeface="Yu Gothic"/>
            </a:endParaRPr>
          </a:p>
        </p:txBody>
      </p:sp>
    </p:spTree>
    <p:extLst>
      <p:ext uri="{BB962C8B-B14F-4D97-AF65-F5344CB8AC3E}">
        <p14:creationId xmlns:p14="http://schemas.microsoft.com/office/powerpoint/2010/main" val="3150112038"/>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914400" rtl="0" eaLnBrk="1" latinLnBrk="0" hangingPunct="1">
        <a:lnSpc>
          <a:spcPct val="90000"/>
        </a:lnSpc>
        <a:spcBef>
          <a:spcPct val="0"/>
        </a:spcBef>
        <a:buNone/>
        <a:defRPr kumimoji="1" sz="4400" kern="1200">
          <a:solidFill>
            <a:schemeClr val="tx1"/>
          </a:solidFill>
          <a:latin typeface="Yu Gothic"/>
          <a:ea typeface="Yu Gothic"/>
          <a:cs typeface="Yu Gothic"/>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Yu Gothic"/>
          <a:ea typeface="Yu Gothic"/>
          <a:cs typeface="Yu Gothic"/>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Yu Gothic"/>
          <a:ea typeface="Yu Gothic"/>
          <a:cs typeface="Yu Gothic"/>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Yu Gothic"/>
          <a:ea typeface="Yu Gothic"/>
          <a:cs typeface="Yu Gothic"/>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Yu Gothic"/>
          <a:ea typeface="Yu Gothic"/>
          <a:cs typeface="Yu Gothic"/>
        </a:defRPr>
      </a:lvl9pPr>
    </p:bodyStyle>
    <p:otherStyle>
      <a:defPPr>
        <a:defRPr lang="ja-JP">
          <a:latin typeface="Yu Gothic"/>
          <a:ea typeface="Yu Gothic"/>
          <a:cs typeface="Yu Gothic"/>
        </a:defRPr>
      </a:defPPr>
      <a:lvl1pPr marL="0" algn="l" defTabSz="914400" rtl="0" eaLnBrk="1" latinLnBrk="0" hangingPunct="1">
        <a:defRPr kumimoji="1" sz="1800" kern="1200">
          <a:solidFill>
            <a:schemeClr val="tx1"/>
          </a:solidFill>
          <a:latin typeface="Yu Gothic"/>
          <a:ea typeface="Yu Gothic"/>
          <a:cs typeface="Yu Gothic"/>
        </a:defRPr>
      </a:lvl1pPr>
      <a:lvl2pPr marL="457200" algn="l" defTabSz="914400" rtl="0" eaLnBrk="1" latinLnBrk="0" hangingPunct="1">
        <a:defRPr kumimoji="1" sz="1800" kern="1200">
          <a:solidFill>
            <a:schemeClr val="tx1"/>
          </a:solidFill>
          <a:latin typeface="Yu Gothic"/>
          <a:ea typeface="Yu Gothic"/>
          <a:cs typeface="Yu Gothic"/>
        </a:defRPr>
      </a:lvl2pPr>
      <a:lvl3pPr marL="914400" algn="l" defTabSz="914400" rtl="0" eaLnBrk="1" latinLnBrk="0" hangingPunct="1">
        <a:defRPr kumimoji="1" sz="1800" kern="1200">
          <a:solidFill>
            <a:schemeClr val="tx1"/>
          </a:solidFill>
          <a:latin typeface="Yu Gothic"/>
          <a:ea typeface="Yu Gothic"/>
          <a:cs typeface="Yu Gothic"/>
        </a:defRPr>
      </a:lvl3pPr>
      <a:lvl4pPr marL="1371600" algn="l" defTabSz="914400" rtl="0" eaLnBrk="1" latinLnBrk="0" hangingPunct="1">
        <a:defRPr kumimoji="1" sz="1800" kern="1200">
          <a:solidFill>
            <a:schemeClr val="tx1"/>
          </a:solidFill>
          <a:latin typeface="Yu Gothic"/>
          <a:ea typeface="Yu Gothic"/>
          <a:cs typeface="Yu Gothic"/>
        </a:defRPr>
      </a:lvl4pPr>
      <a:lvl5pPr marL="1828800" algn="l" defTabSz="914400" rtl="0" eaLnBrk="1" latinLnBrk="0" hangingPunct="1">
        <a:defRPr kumimoji="1" sz="1800" kern="1200">
          <a:solidFill>
            <a:schemeClr val="tx1"/>
          </a:solidFill>
          <a:latin typeface="Yu Gothic"/>
          <a:ea typeface="Yu Gothic"/>
          <a:cs typeface="Yu Gothic"/>
        </a:defRPr>
      </a:lvl5pPr>
      <a:lvl6pPr marL="2286000" algn="l" defTabSz="914400" rtl="0" eaLnBrk="1" latinLnBrk="0" hangingPunct="1">
        <a:defRPr kumimoji="1" sz="1800" kern="1200">
          <a:solidFill>
            <a:schemeClr val="tx1"/>
          </a:solidFill>
          <a:latin typeface="Yu Gothic"/>
          <a:ea typeface="Yu Gothic"/>
          <a:cs typeface="Yu Gothic"/>
        </a:defRPr>
      </a:lvl6pPr>
      <a:lvl7pPr marL="2743200" algn="l" defTabSz="914400" rtl="0" eaLnBrk="1" latinLnBrk="0" hangingPunct="1">
        <a:defRPr kumimoji="1" sz="1800" kern="1200">
          <a:solidFill>
            <a:schemeClr val="tx1"/>
          </a:solidFill>
          <a:latin typeface="Yu Gothic"/>
          <a:ea typeface="Yu Gothic"/>
          <a:cs typeface="Yu Gothic"/>
        </a:defRPr>
      </a:lvl7pPr>
      <a:lvl8pPr marL="3200400" algn="l" defTabSz="914400" rtl="0" eaLnBrk="1" latinLnBrk="0" hangingPunct="1">
        <a:defRPr kumimoji="1" sz="1800" kern="1200">
          <a:solidFill>
            <a:schemeClr val="tx1"/>
          </a:solidFill>
          <a:latin typeface="Yu Gothic"/>
          <a:ea typeface="Yu Gothic"/>
          <a:cs typeface="Yu Gothic"/>
        </a:defRPr>
      </a:lvl8pPr>
      <a:lvl9pPr marL="3657600" algn="l" defTabSz="914400" rtl="0" eaLnBrk="1" latinLnBrk="0" hangingPunct="1">
        <a:defRPr kumimoji="1" sz="1800" kern="1200">
          <a:solidFill>
            <a:schemeClr val="tx1"/>
          </a:solidFill>
          <a:latin typeface="Yu Gothic"/>
          <a:ea typeface="Yu Gothic"/>
          <a:cs typeface="Yu Gothic"/>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2616" y="1429247"/>
            <a:ext cx="10972800" cy="1143000"/>
          </a:xfrm>
          <a:prstGeom prst="rect">
            <a:avLst/>
          </a:prstGeom>
          <a:noFill/>
          <a:ln/>
        </p:spPr>
        <p:txBody>
          <a:bodyPr wrap="square" lIns="0" tIns="0" rIns="0" bIns="0" rtlCol="0" anchor="ctr">
            <a:normAutofit/>
          </a:bodyPr>
          <a:lstStyle/>
          <a:p>
            <a:pPr marL="0" indent="0" algn="ctr">
              <a:buNone/>
            </a:pPr>
            <a:r>
              <a:rPr lang="ja-JP" altLang="en-US" sz="4000" b="1">
                <a:latin typeface="Yu Gothic" panose="020B0400000000000000" pitchFamily="34" charset="-128"/>
                <a:ea typeface="Yu Gothic" panose="020B0400000000000000" pitchFamily="34" charset="-128"/>
                <a:cs typeface="Yu Gothic"/>
              </a:rPr>
              <a:t>第三回</a:t>
            </a:r>
            <a:r>
              <a:rPr lang="ja-JP" altLang="en-US" sz="4000" b="1">
                <a:latin typeface="Yu Gothic" panose="020B0400000000000000" pitchFamily="34" charset="-128"/>
                <a:ea typeface="Yu Gothic" panose="020B0400000000000000" pitchFamily="34" charset="-128"/>
              </a:rPr>
              <a:t>班ゼミ</a:t>
            </a:r>
            <a:endParaRPr lang="en-US" altLang="ja-JP" sz="4000" b="1" dirty="0">
              <a:latin typeface="Yu Gothic" panose="020B0400000000000000" pitchFamily="34" charset="-128"/>
              <a:ea typeface="Yu Gothic" panose="020B0400000000000000" pitchFamily="34" charset="-128"/>
              <a:cs typeface="Yu Gothic"/>
            </a:endParaRPr>
          </a:p>
        </p:txBody>
      </p:sp>
      <p:sp>
        <p:nvSpPr>
          <p:cNvPr id="4" name="Text 2"/>
          <p:cNvSpPr/>
          <p:nvPr/>
        </p:nvSpPr>
        <p:spPr>
          <a:xfrm>
            <a:off x="3979084" y="4285754"/>
            <a:ext cx="3901381" cy="873054"/>
          </a:xfrm>
          <a:prstGeom prst="rect">
            <a:avLst/>
          </a:prstGeom>
          <a:noFill/>
          <a:ln/>
        </p:spPr>
        <p:txBody>
          <a:bodyPr wrap="square" lIns="254" tIns="254" rIns="254" bIns="254" rtlCol="0" anchor="ctr"/>
          <a:lstStyle/>
          <a:p>
            <a:pPr marL="0" indent="0" algn="ctr">
              <a:buNone/>
            </a:pPr>
            <a:r>
              <a:rPr lang="en-US" altLang="ja-JP" sz="2400" dirty="0">
                <a:solidFill>
                  <a:srgbClr val="111827"/>
                </a:solidFill>
                <a:latin typeface="Yu Gothic" pitchFamily="34" charset="0"/>
                <a:ea typeface="Yu Gothic" pitchFamily="34" charset="-122"/>
                <a:cs typeface="Yu Gothic" pitchFamily="34" charset="-120"/>
              </a:rPr>
              <a:t>2026</a:t>
            </a:r>
            <a:r>
              <a:rPr lang="ja-JP" altLang="en-US" sz="2400">
                <a:solidFill>
                  <a:srgbClr val="111827"/>
                </a:solidFill>
                <a:latin typeface="Yu Gothic" pitchFamily="34" charset="0"/>
                <a:ea typeface="Yu Gothic" pitchFamily="34" charset="-122"/>
                <a:cs typeface="Yu Gothic" pitchFamily="34" charset="-120"/>
              </a:rPr>
              <a:t>年</a:t>
            </a:r>
            <a:r>
              <a:rPr lang="en-US" altLang="ja-JP" sz="2400" dirty="0">
                <a:solidFill>
                  <a:srgbClr val="111827"/>
                </a:solidFill>
                <a:latin typeface="Yu Gothic" pitchFamily="34" charset="0"/>
                <a:ea typeface="Yu Gothic" pitchFamily="34" charset="-122"/>
                <a:cs typeface="Yu Gothic" pitchFamily="34" charset="-120"/>
              </a:rPr>
              <a:t>5</a:t>
            </a:r>
            <a:r>
              <a:rPr lang="ja-JP" altLang="en-US" sz="2400">
                <a:solidFill>
                  <a:srgbClr val="111827"/>
                </a:solidFill>
                <a:latin typeface="Yu Gothic" pitchFamily="34" charset="0"/>
                <a:ea typeface="Yu Gothic" pitchFamily="34" charset="-122"/>
                <a:cs typeface="Yu Gothic" pitchFamily="34" charset="-120"/>
              </a:rPr>
              <a:t>月</a:t>
            </a:r>
            <a:r>
              <a:rPr lang="en-US" altLang="ja-JP" sz="2400" dirty="0">
                <a:solidFill>
                  <a:srgbClr val="111827"/>
                </a:solidFill>
                <a:latin typeface="Yu Gothic" pitchFamily="34" charset="0"/>
                <a:ea typeface="Yu Gothic" pitchFamily="34" charset="-122"/>
                <a:cs typeface="Yu Gothic" pitchFamily="34" charset="-120"/>
              </a:rPr>
              <a:t>25</a:t>
            </a:r>
            <a:r>
              <a:rPr lang="ja-JP" altLang="en-US" sz="2400">
                <a:solidFill>
                  <a:srgbClr val="111827"/>
                </a:solidFill>
                <a:latin typeface="Yu Gothic" pitchFamily="34" charset="0"/>
                <a:ea typeface="Yu Gothic" pitchFamily="34" charset="-122"/>
                <a:cs typeface="Yu Gothic" pitchFamily="34" charset="-120"/>
              </a:rPr>
              <a:t>日</a:t>
            </a:r>
            <a:endParaRPr lang="en-US" sz="2400" dirty="0">
              <a:solidFill>
                <a:srgbClr val="111827"/>
              </a:solidFill>
              <a:latin typeface="Yu Gothic" pitchFamily="34" charset="0"/>
              <a:ea typeface="Yu Gothic" pitchFamily="34" charset="-122"/>
              <a:cs typeface="Yu Gothic" pitchFamily="34" charset="-120"/>
            </a:endParaRPr>
          </a:p>
          <a:p>
            <a:pPr marL="0" indent="0" algn="ctr">
              <a:buNone/>
            </a:pPr>
            <a:r>
              <a:rPr lang="en-US" sz="2400" dirty="0" err="1">
                <a:solidFill>
                  <a:srgbClr val="111827"/>
                </a:solidFill>
                <a:latin typeface="Yu Gothic" pitchFamily="34" charset="0"/>
                <a:ea typeface="Yu Gothic" pitchFamily="34" charset="-122"/>
                <a:cs typeface="Yu Gothic" pitchFamily="34" charset="-120"/>
              </a:rPr>
              <a:t>史研究室</a:t>
            </a:r>
            <a:r>
              <a:rPr lang="en-US" sz="2400" dirty="0">
                <a:solidFill>
                  <a:srgbClr val="111827"/>
                </a:solidFill>
                <a:latin typeface="Yu Gothic" pitchFamily="34" charset="0"/>
                <a:ea typeface="Yu Gothic" pitchFamily="34" charset="-122"/>
                <a:cs typeface="Yu Gothic" pitchFamily="34" charset="-120"/>
              </a:rPr>
              <a:t> 修士2年</a:t>
            </a:r>
          </a:p>
          <a:p>
            <a:pPr marL="0" indent="0" algn="ctr">
              <a:buNone/>
            </a:pPr>
            <a:r>
              <a:rPr lang="en-US" sz="2400" dirty="0">
                <a:solidFill>
                  <a:srgbClr val="111827"/>
                </a:solidFill>
                <a:latin typeface="Yu Gothic" pitchFamily="34" charset="0"/>
                <a:ea typeface="Yu Gothic" pitchFamily="34" charset="-122"/>
                <a:cs typeface="Yu Gothic" pitchFamily="34" charset="-120"/>
              </a:rPr>
              <a:t>  </a:t>
            </a:r>
            <a:r>
              <a:rPr lang="en-US" sz="2400" dirty="0" err="1">
                <a:solidFill>
                  <a:srgbClr val="111827"/>
                </a:solidFill>
                <a:latin typeface="Yu Gothic" pitchFamily="34" charset="0"/>
                <a:ea typeface="Yu Gothic" pitchFamily="34" charset="-122"/>
                <a:cs typeface="Yu Gothic" pitchFamily="34" charset="-120"/>
              </a:rPr>
              <a:t>生川</a:t>
            </a:r>
            <a:r>
              <a:rPr lang="en-US" sz="2400" dirty="0">
                <a:solidFill>
                  <a:srgbClr val="111827"/>
                </a:solidFill>
                <a:latin typeface="Yu Gothic" pitchFamily="34" charset="0"/>
                <a:ea typeface="Yu Gothic" pitchFamily="34" charset="-122"/>
                <a:cs typeface="Yu Gothic" pitchFamily="34" charset="-120"/>
              </a:rPr>
              <a:t> </a:t>
            </a:r>
            <a:r>
              <a:rPr lang="en-US" sz="2400" dirty="0" err="1">
                <a:solidFill>
                  <a:srgbClr val="111827"/>
                </a:solidFill>
                <a:latin typeface="Yu Gothic" pitchFamily="34" charset="0"/>
                <a:ea typeface="Yu Gothic" pitchFamily="34" charset="-122"/>
                <a:cs typeface="Yu Gothic" pitchFamily="34" charset="-120"/>
              </a:rPr>
              <a:t>聖也</a:t>
            </a:r>
            <a:endParaRPr lang="en-US" sz="2400" dirty="0">
              <a:latin typeface="Yu Gothic"/>
              <a:ea typeface="Yu Gothic"/>
              <a:cs typeface="Yu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a:bodyPr>
          <a:lstStyle/>
          <a:p>
            <a:pPr marL="0" indent="0">
              <a:buNone/>
            </a:pPr>
            <a:r>
              <a:rPr lang="en-US" sz="2600" b="1" dirty="0" err="1">
                <a:latin typeface="Yu Gothic"/>
                <a:ea typeface="Yu Gothic"/>
                <a:cs typeface="Yu Gothic"/>
              </a:rPr>
              <a:t>アウトライン</a:t>
            </a:r>
            <a:endParaRPr lang="en-US" sz="2600" b="1" dirty="0">
              <a:latin typeface="Yu Gothic"/>
              <a:ea typeface="Yu Gothic"/>
              <a:cs typeface="Yu Gothic"/>
            </a:endParaRPr>
          </a:p>
        </p:txBody>
      </p:sp>
      <p:sp>
        <p:nvSpPr>
          <p:cNvPr id="4" name="Text 2"/>
          <p:cNvSpPr/>
          <p:nvPr/>
        </p:nvSpPr>
        <p:spPr>
          <a:xfrm>
            <a:off x="1234440" y="1188720"/>
            <a:ext cx="411480" cy="411480"/>
          </a:xfrm>
          <a:prstGeom prst="rect">
            <a:avLst/>
          </a:prstGeom>
          <a:solidFill>
            <a:schemeClr val="accent1">
              <a:lumMod val="50000"/>
            </a:schemeClr>
          </a:solidFill>
          <a:ln w="10160">
            <a:solidFill>
              <a:srgbClr val="0E55B5"/>
            </a:solidFill>
          </a:ln>
        </p:spPr>
        <p:txBody>
          <a:bodyPr wrap="square" lIns="508" tIns="508" rIns="508" bIns="508" rtlCol="0" anchor="ctr">
            <a:normAutofit/>
          </a:bodyPr>
          <a:lstStyle/>
          <a:p>
            <a:pPr marL="0" indent="0" algn="ctr">
              <a:buNone/>
            </a:pPr>
            <a:r>
              <a:rPr lang="en-US" sz="1700" b="1" dirty="0">
                <a:solidFill>
                  <a:srgbClr val="FFFFFF"/>
                </a:solidFill>
                <a:latin typeface="Yu Gothic" panose="020B0400000000000000" pitchFamily="34" charset="-128"/>
                <a:ea typeface="Yu Gothic" panose="020B0400000000000000" pitchFamily="34" charset="-128"/>
                <a:cs typeface="Yu Gothic" pitchFamily="34" charset="-120"/>
              </a:rPr>
              <a:t>1</a:t>
            </a:r>
            <a:endParaRPr lang="en-US" sz="1700" b="1" dirty="0">
              <a:latin typeface="Yu Gothic" panose="020B0400000000000000" pitchFamily="34" charset="-128"/>
              <a:ea typeface="Yu Gothic" panose="020B0400000000000000" pitchFamily="34" charset="-128"/>
              <a:cs typeface="Yu Gothic"/>
            </a:endParaRPr>
          </a:p>
        </p:txBody>
      </p:sp>
      <p:sp>
        <p:nvSpPr>
          <p:cNvPr id="5" name="Text 3"/>
          <p:cNvSpPr/>
          <p:nvPr/>
        </p:nvSpPr>
        <p:spPr>
          <a:xfrm>
            <a:off x="1828800" y="1216152"/>
            <a:ext cx="7863840" cy="320040"/>
          </a:xfrm>
          <a:prstGeom prst="rect">
            <a:avLst/>
          </a:prstGeom>
          <a:noFill/>
          <a:ln/>
        </p:spPr>
        <p:txBody>
          <a:bodyPr wrap="square" lIns="0" tIns="0" rIns="0" bIns="0" rtlCol="0" anchor="ctr">
            <a:normAutofit/>
          </a:bodyPr>
          <a:lstStyle/>
          <a:p>
            <a:pPr marL="0" indent="0">
              <a:buNone/>
            </a:pPr>
            <a:r>
              <a:rPr lang="en-US" sz="2000" b="1" dirty="0">
                <a:solidFill>
                  <a:srgbClr val="071D49"/>
                </a:solidFill>
                <a:latin typeface="Yu Gothic" panose="020B0400000000000000" pitchFamily="34" charset="-128"/>
                <a:ea typeface="Yu Gothic" panose="020B0400000000000000" pitchFamily="34" charset="-128"/>
                <a:cs typeface="Yu Gothic" pitchFamily="34" charset="-120"/>
              </a:rPr>
              <a:t>背景・目的</a:t>
            </a:r>
            <a:endParaRPr lang="en-US" sz="2000" b="1" dirty="0">
              <a:latin typeface="Yu Gothic" panose="020B0400000000000000" pitchFamily="34" charset="-128"/>
              <a:ea typeface="Yu Gothic" panose="020B0400000000000000" pitchFamily="34" charset="-128"/>
              <a:cs typeface="Yu Gothic"/>
            </a:endParaRPr>
          </a:p>
        </p:txBody>
      </p:sp>
      <p:sp>
        <p:nvSpPr>
          <p:cNvPr id="6" name="Text 4"/>
          <p:cNvSpPr/>
          <p:nvPr/>
        </p:nvSpPr>
        <p:spPr>
          <a:xfrm>
            <a:off x="1234440" y="1847088"/>
            <a:ext cx="411480" cy="411480"/>
          </a:xfrm>
          <a:prstGeom prst="rect">
            <a:avLst/>
          </a:prstGeom>
          <a:solidFill>
            <a:schemeClr val="accent1">
              <a:lumMod val="50000"/>
            </a:schemeClr>
          </a:solidFill>
          <a:ln w="10160">
            <a:solidFill>
              <a:srgbClr val="0E55B5"/>
            </a:solidFill>
          </a:ln>
        </p:spPr>
        <p:txBody>
          <a:bodyPr wrap="square" lIns="508" tIns="508" rIns="508" bIns="508" rtlCol="0" anchor="ctr">
            <a:normAutofit/>
          </a:bodyPr>
          <a:lstStyle/>
          <a:p>
            <a:pPr marL="0" indent="0" algn="ctr">
              <a:buNone/>
            </a:pPr>
            <a:r>
              <a:rPr lang="en-US" sz="1700" b="1" dirty="0">
                <a:solidFill>
                  <a:srgbClr val="FFFFFF"/>
                </a:solidFill>
                <a:latin typeface="Yu Gothic" panose="020B0400000000000000" pitchFamily="34" charset="-128"/>
                <a:ea typeface="Yu Gothic" panose="020B0400000000000000" pitchFamily="34" charset="-128"/>
                <a:cs typeface="Yu Gothic" pitchFamily="34" charset="-120"/>
              </a:rPr>
              <a:t>2</a:t>
            </a:r>
            <a:endParaRPr lang="en-US" sz="1700" b="1" dirty="0">
              <a:latin typeface="Yu Gothic" panose="020B0400000000000000" pitchFamily="34" charset="-128"/>
              <a:ea typeface="Yu Gothic" panose="020B0400000000000000" pitchFamily="34" charset="-128"/>
              <a:cs typeface="Yu Gothic"/>
            </a:endParaRPr>
          </a:p>
        </p:txBody>
      </p:sp>
      <p:sp>
        <p:nvSpPr>
          <p:cNvPr id="7" name="Text 5"/>
          <p:cNvSpPr/>
          <p:nvPr/>
        </p:nvSpPr>
        <p:spPr>
          <a:xfrm>
            <a:off x="1828800" y="1874520"/>
            <a:ext cx="7863840" cy="320040"/>
          </a:xfrm>
          <a:prstGeom prst="rect">
            <a:avLst/>
          </a:prstGeom>
          <a:noFill/>
          <a:ln/>
        </p:spPr>
        <p:txBody>
          <a:bodyPr wrap="square" lIns="0" tIns="0" rIns="0" bIns="0" rtlCol="0" anchor="ctr">
            <a:normAutofit/>
          </a:bodyPr>
          <a:lstStyle/>
          <a:p>
            <a:pPr marL="0" indent="0">
              <a:buNone/>
            </a:pPr>
            <a:r>
              <a:rPr lang="en-US" sz="2000" b="1" dirty="0" err="1">
                <a:latin typeface="Yu Gothic" panose="020B0400000000000000" pitchFamily="34" charset="-128"/>
                <a:ea typeface="Yu Gothic" panose="020B0400000000000000" pitchFamily="34" charset="-128"/>
              </a:rPr>
              <a:t>前回の振り返り</a:t>
            </a:r>
            <a:endParaRPr lang="en-US" sz="2000" b="1" dirty="0">
              <a:latin typeface="Yu Gothic" panose="020B0400000000000000" pitchFamily="34" charset="-128"/>
              <a:ea typeface="Yu Gothic" panose="020B0400000000000000" pitchFamily="34" charset="-128"/>
              <a:cs typeface="Yu Gothic"/>
            </a:endParaRPr>
          </a:p>
        </p:txBody>
      </p:sp>
      <p:sp>
        <p:nvSpPr>
          <p:cNvPr id="8" name="Text 6"/>
          <p:cNvSpPr/>
          <p:nvPr/>
        </p:nvSpPr>
        <p:spPr>
          <a:xfrm>
            <a:off x="1234440" y="2505456"/>
            <a:ext cx="411480" cy="411480"/>
          </a:xfrm>
          <a:prstGeom prst="rect">
            <a:avLst/>
          </a:prstGeom>
          <a:solidFill>
            <a:schemeClr val="accent1">
              <a:lumMod val="50000"/>
            </a:schemeClr>
          </a:solidFill>
          <a:ln w="10160">
            <a:solidFill>
              <a:srgbClr val="0E55B5"/>
            </a:solidFill>
          </a:ln>
        </p:spPr>
        <p:txBody>
          <a:bodyPr wrap="square" lIns="508" tIns="508" rIns="508" bIns="508" rtlCol="0" anchor="ctr">
            <a:normAutofit/>
          </a:bodyPr>
          <a:lstStyle/>
          <a:p>
            <a:pPr marL="0" indent="0" algn="ctr">
              <a:buNone/>
            </a:pPr>
            <a:r>
              <a:rPr lang="en-US" sz="1700" b="1" dirty="0">
                <a:solidFill>
                  <a:srgbClr val="FFFFFF"/>
                </a:solidFill>
                <a:latin typeface="Yu Gothic" panose="020B0400000000000000" pitchFamily="34" charset="-128"/>
                <a:ea typeface="Yu Gothic" panose="020B0400000000000000" pitchFamily="34" charset="-128"/>
                <a:cs typeface="Yu Gothic" pitchFamily="34" charset="-120"/>
              </a:rPr>
              <a:t>3</a:t>
            </a:r>
            <a:endParaRPr lang="en-US" sz="1700" b="1" dirty="0">
              <a:latin typeface="Yu Gothic" panose="020B0400000000000000" pitchFamily="34" charset="-128"/>
              <a:ea typeface="Yu Gothic" panose="020B0400000000000000" pitchFamily="34" charset="-128"/>
              <a:cs typeface="Yu Gothic"/>
            </a:endParaRPr>
          </a:p>
        </p:txBody>
      </p:sp>
      <p:sp>
        <p:nvSpPr>
          <p:cNvPr id="9" name="Text 7"/>
          <p:cNvSpPr/>
          <p:nvPr/>
        </p:nvSpPr>
        <p:spPr>
          <a:xfrm>
            <a:off x="1828800" y="2532888"/>
            <a:ext cx="7863840" cy="320040"/>
          </a:xfrm>
          <a:prstGeom prst="rect">
            <a:avLst/>
          </a:prstGeom>
          <a:noFill/>
          <a:ln/>
        </p:spPr>
        <p:txBody>
          <a:bodyPr wrap="square" lIns="0" tIns="0" rIns="0" bIns="0" rtlCol="0" anchor="ctr">
            <a:normAutofit/>
          </a:bodyPr>
          <a:lstStyle/>
          <a:p>
            <a:pPr marL="0" indent="0">
              <a:buNone/>
            </a:pPr>
            <a:r>
              <a:rPr lang="en-US" sz="2000" b="1" dirty="0" err="1">
                <a:solidFill>
                  <a:srgbClr val="071D49"/>
                </a:solidFill>
                <a:latin typeface="Yu Gothic" panose="020B0400000000000000" pitchFamily="34" charset="-128"/>
                <a:ea typeface="Yu Gothic" panose="020B0400000000000000" pitchFamily="34" charset="-128"/>
              </a:rPr>
              <a:t>提案：DC-Replay</a:t>
            </a:r>
            <a:endParaRPr lang="en-US" sz="2000" b="1" dirty="0">
              <a:latin typeface="Yu Gothic" panose="020B0400000000000000" pitchFamily="34" charset="-128"/>
              <a:ea typeface="Yu Gothic" panose="020B0400000000000000" pitchFamily="34" charset="-128"/>
              <a:cs typeface="Yu Gothic"/>
            </a:endParaRPr>
          </a:p>
        </p:txBody>
      </p:sp>
      <p:sp>
        <p:nvSpPr>
          <p:cNvPr id="10" name="Text 8"/>
          <p:cNvSpPr/>
          <p:nvPr/>
        </p:nvSpPr>
        <p:spPr>
          <a:xfrm>
            <a:off x="1234440" y="3163824"/>
            <a:ext cx="411480" cy="411480"/>
          </a:xfrm>
          <a:prstGeom prst="rect">
            <a:avLst/>
          </a:prstGeom>
          <a:solidFill>
            <a:schemeClr val="accent1">
              <a:lumMod val="50000"/>
            </a:schemeClr>
          </a:solidFill>
          <a:ln w="10160">
            <a:solidFill>
              <a:srgbClr val="0E55B5"/>
            </a:solidFill>
          </a:ln>
        </p:spPr>
        <p:txBody>
          <a:bodyPr wrap="square" lIns="508" tIns="508" rIns="508" bIns="508" rtlCol="0" anchor="ctr">
            <a:normAutofit/>
          </a:bodyPr>
          <a:lstStyle/>
          <a:p>
            <a:pPr marL="0" indent="0" algn="ctr">
              <a:buNone/>
            </a:pPr>
            <a:r>
              <a:rPr lang="en-US" sz="1700" b="1" dirty="0">
                <a:solidFill>
                  <a:srgbClr val="FFFFFF"/>
                </a:solidFill>
                <a:latin typeface="Yu Gothic" panose="020B0400000000000000" pitchFamily="34" charset="-128"/>
                <a:ea typeface="Yu Gothic" panose="020B0400000000000000" pitchFamily="34" charset="-128"/>
                <a:cs typeface="Yu Gothic" pitchFamily="34" charset="-120"/>
              </a:rPr>
              <a:t>4</a:t>
            </a:r>
            <a:endParaRPr lang="en-US" sz="1700" b="1" dirty="0">
              <a:latin typeface="Yu Gothic" panose="020B0400000000000000" pitchFamily="34" charset="-128"/>
              <a:ea typeface="Yu Gothic" panose="020B0400000000000000" pitchFamily="34" charset="-128"/>
              <a:cs typeface="Yu Gothic"/>
            </a:endParaRPr>
          </a:p>
        </p:txBody>
      </p:sp>
      <p:sp>
        <p:nvSpPr>
          <p:cNvPr id="11" name="Text 9"/>
          <p:cNvSpPr/>
          <p:nvPr/>
        </p:nvSpPr>
        <p:spPr>
          <a:xfrm>
            <a:off x="1828800" y="3191256"/>
            <a:ext cx="7863840" cy="320040"/>
          </a:xfrm>
          <a:prstGeom prst="rect">
            <a:avLst/>
          </a:prstGeom>
          <a:noFill/>
          <a:ln/>
        </p:spPr>
        <p:txBody>
          <a:bodyPr wrap="square" lIns="0" tIns="0" rIns="0" bIns="0" rtlCol="0" anchor="ctr">
            <a:normAutofit/>
          </a:bodyPr>
          <a:lstStyle/>
          <a:p>
            <a:r>
              <a:rPr lang="ja-JP" altLang="en-US" sz="2000" b="1">
                <a:solidFill>
                  <a:srgbClr val="071D49"/>
                </a:solidFill>
                <a:latin typeface="Yu Gothic" panose="020B0400000000000000" pitchFamily="34" charset="-128"/>
                <a:ea typeface="Yu Gothic" panose="020B0400000000000000" pitchFamily="34" charset="-128"/>
                <a:cs typeface="Yu Gothic" pitchFamily="34" charset="-120"/>
              </a:rPr>
              <a:t>実験結果</a:t>
            </a:r>
            <a:endParaRPr lang="en-US" altLang="ja-JP" sz="2000" b="1" dirty="0">
              <a:latin typeface="Yu Gothic" panose="020B0400000000000000" pitchFamily="34" charset="-128"/>
              <a:ea typeface="Yu Gothic" panose="020B0400000000000000" pitchFamily="34" charset="-128"/>
              <a:cs typeface="Yu Gothic"/>
            </a:endParaRPr>
          </a:p>
        </p:txBody>
      </p:sp>
      <p:sp>
        <p:nvSpPr>
          <p:cNvPr id="12" name="Text 10"/>
          <p:cNvSpPr/>
          <p:nvPr/>
        </p:nvSpPr>
        <p:spPr>
          <a:xfrm>
            <a:off x="1234440" y="3822192"/>
            <a:ext cx="411480" cy="411480"/>
          </a:xfrm>
          <a:prstGeom prst="rect">
            <a:avLst/>
          </a:prstGeom>
          <a:solidFill>
            <a:schemeClr val="accent1">
              <a:lumMod val="50000"/>
            </a:schemeClr>
          </a:solidFill>
          <a:ln w="10160">
            <a:solidFill>
              <a:srgbClr val="0E55B5"/>
            </a:solidFill>
          </a:ln>
        </p:spPr>
        <p:txBody>
          <a:bodyPr wrap="square" lIns="508" tIns="508" rIns="508" bIns="508" rtlCol="0" anchor="ctr">
            <a:normAutofit/>
          </a:bodyPr>
          <a:lstStyle/>
          <a:p>
            <a:pPr marL="0" indent="0" algn="ctr">
              <a:buNone/>
            </a:pPr>
            <a:r>
              <a:rPr lang="en-US" sz="1700" b="1" dirty="0">
                <a:solidFill>
                  <a:srgbClr val="FFFFFF"/>
                </a:solidFill>
                <a:latin typeface="Yu Gothic" panose="020B0400000000000000" pitchFamily="34" charset="-128"/>
                <a:ea typeface="Yu Gothic" panose="020B0400000000000000" pitchFamily="34" charset="-128"/>
                <a:cs typeface="Yu Gothic" pitchFamily="34" charset="-120"/>
              </a:rPr>
              <a:t>5</a:t>
            </a:r>
            <a:endParaRPr lang="en-US" sz="1700" b="1" dirty="0">
              <a:latin typeface="Yu Gothic" panose="020B0400000000000000" pitchFamily="34" charset="-128"/>
              <a:ea typeface="Yu Gothic" panose="020B0400000000000000" pitchFamily="34" charset="-128"/>
              <a:cs typeface="Yu Gothic"/>
            </a:endParaRPr>
          </a:p>
        </p:txBody>
      </p:sp>
      <p:sp>
        <p:nvSpPr>
          <p:cNvPr id="13" name="Text 11"/>
          <p:cNvSpPr/>
          <p:nvPr/>
        </p:nvSpPr>
        <p:spPr>
          <a:xfrm>
            <a:off x="1828800" y="3849624"/>
            <a:ext cx="7863840" cy="320040"/>
          </a:xfrm>
          <a:prstGeom prst="rect">
            <a:avLst/>
          </a:prstGeom>
          <a:noFill/>
          <a:ln/>
        </p:spPr>
        <p:txBody>
          <a:bodyPr wrap="square" lIns="0" tIns="0" rIns="0" bIns="0" rtlCol="0" anchor="ctr">
            <a:normAutofit/>
          </a:bodyPr>
          <a:lstStyle/>
          <a:p>
            <a:r>
              <a:rPr lang="en-US" altLang="ja-JP" sz="2000" b="1" dirty="0" err="1">
                <a:solidFill>
                  <a:srgbClr val="071D49"/>
                </a:solidFill>
                <a:latin typeface="Yu Gothic" panose="020B0400000000000000" pitchFamily="34" charset="-128"/>
                <a:ea typeface="Yu Gothic" panose="020B0400000000000000" pitchFamily="34" charset="-128"/>
                <a:cs typeface="Yu Gothic" pitchFamily="34" charset="-120"/>
              </a:rPr>
              <a:t>今後の方針</a:t>
            </a:r>
            <a:endParaRPr lang="en-US" altLang="ja-JP" sz="2000" b="1" dirty="0">
              <a:latin typeface="Yu Gothic" panose="020B0400000000000000" pitchFamily="34" charset="-128"/>
              <a:ea typeface="Yu Gothic" panose="020B0400000000000000" pitchFamily="34" charset="-128"/>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a:t>
            </a:fld>
            <a:endParaRPr lang="en-US">
              <a:latin typeface="Yu Gothic"/>
              <a:ea typeface="Yu Gothic"/>
              <a:cs typeface="Yu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30522E9-7992-86E2-008F-A5F4A47A7D5E}"/>
              </a:ext>
            </a:extLst>
          </p:cNvPr>
          <p:cNvSpPr>
            <a:spLocks noGrp="1"/>
          </p:cNvSpPr>
          <p:nvPr>
            <p:ph type="body" sz="quarter" idx="10"/>
          </p:nvPr>
        </p:nvSpPr>
        <p:spPr/>
        <p:txBody>
          <a:bodyPr/>
          <a:lstStyle/>
          <a:p>
            <a:r>
              <a:rPr kumimoji="1" lang="en-US" altLang="ja-JP" dirty="0"/>
              <a:t>1. </a:t>
            </a:r>
            <a:r>
              <a:rPr kumimoji="1" lang="ja-JP" altLang="en-US"/>
              <a:t>背景・目的</a:t>
            </a:r>
          </a:p>
        </p:txBody>
      </p:sp>
      <p:sp>
        <p:nvSpPr>
          <p:cNvPr id="3" name="スライド番号プレースホルダー 2">
            <a:extLst>
              <a:ext uri="{FF2B5EF4-FFF2-40B4-BE49-F238E27FC236}">
                <a16:creationId xmlns:a16="http://schemas.microsoft.com/office/drawing/2014/main" id="{61A90321-2193-0328-AB2E-8DF0F02ED74A}"/>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2</a:t>
            </a:fld>
            <a:endParaRPr lang="en-US">
              <a:latin typeface="Yu Gothic"/>
              <a:ea typeface="Yu Gothic"/>
              <a:cs typeface="Yu Gothic"/>
            </a:endParaRPr>
          </a:p>
        </p:txBody>
      </p:sp>
    </p:spTree>
    <p:extLst>
      <p:ext uri="{BB962C8B-B14F-4D97-AF65-F5344CB8AC3E}">
        <p14:creationId xmlns:p14="http://schemas.microsoft.com/office/powerpoint/2010/main" val="1319009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fontScale="77500" lnSpcReduction="20000"/>
          </a:bodyPr>
          <a:lstStyle/>
          <a:p>
            <a:pPr marL="0" indent="0">
              <a:buNone/>
            </a:pPr>
            <a:r>
              <a:rPr lang="ja-JP" altLang="en-US" sz="2800" b="1">
                <a:latin typeface="Yu Gothic" panose="020B0400000000000000" pitchFamily="34" charset="-128"/>
                <a:ea typeface="Yu Gothic" panose="020B0400000000000000" pitchFamily="34" charset="-128"/>
                <a:cs typeface="Yu Gothic"/>
              </a:rPr>
              <a:t>背景：</a:t>
            </a:r>
            <a:r>
              <a:rPr lang="en-US" altLang="ja-JP" sz="2800" b="1" dirty="0">
                <a:latin typeface="Yu Gothic" panose="020B0400000000000000" pitchFamily="34" charset="-128"/>
                <a:ea typeface="Yu Gothic" panose="020B0400000000000000" pitchFamily="34" charset="-128"/>
                <a:cs typeface="Yu Gothic"/>
              </a:rPr>
              <a:t>E</a:t>
            </a:r>
            <a:r>
              <a:rPr lang="en" altLang="ja-JP" sz="2800" b="1" dirty="0">
                <a:latin typeface="Yu Gothic" panose="020B0400000000000000" pitchFamily="34" charset="-128"/>
                <a:ea typeface="Yu Gothic" panose="020B0400000000000000" pitchFamily="34" charset="-128"/>
                <a:cs typeface="Yu Gothic"/>
              </a:rPr>
              <a:t>EG-MI </a:t>
            </a:r>
            <a:r>
              <a:rPr lang="ja-JP" altLang="en-US" sz="2800" b="1">
                <a:latin typeface="Yu Gothic" panose="020B0400000000000000" pitchFamily="34" charset="-128"/>
                <a:ea typeface="Yu Gothic" panose="020B0400000000000000" pitchFamily="34" charset="-128"/>
                <a:cs typeface="Yu Gothic"/>
              </a:rPr>
              <a:t>では </a:t>
            </a:r>
            <a:r>
              <a:rPr lang="en" altLang="ja-JP" sz="2800" b="1" dirty="0">
                <a:latin typeface="Yu Gothic" panose="020B0400000000000000" pitchFamily="34" charset="-128"/>
                <a:ea typeface="Yu Gothic" panose="020B0400000000000000" pitchFamily="34" charset="-128"/>
                <a:cs typeface="Yu Gothic"/>
              </a:rPr>
              <a:t>session </a:t>
            </a:r>
            <a:r>
              <a:rPr lang="ja-JP" altLang="en-US" sz="2800" b="1">
                <a:latin typeface="Yu Gothic" panose="020B0400000000000000" pitchFamily="34" charset="-128"/>
                <a:ea typeface="Yu Gothic" panose="020B0400000000000000" pitchFamily="34" charset="-128"/>
                <a:cs typeface="Yu Gothic"/>
              </a:rPr>
              <a:t>間の分布ずれにより分類性能が低下する</a:t>
            </a:r>
            <a:endParaRPr lang="en-US" sz="2600" b="1" dirty="0">
              <a:latin typeface="Yu Gothic" panose="020B0400000000000000" pitchFamily="34" charset="-128"/>
              <a:ea typeface="Yu Gothic" panose="020B0400000000000000" pitchFamily="34" charset="-128"/>
              <a:cs typeface="Yu Gothic"/>
            </a:endParaRPr>
          </a:p>
        </p:txBody>
      </p:sp>
      <p:sp>
        <p:nvSpPr>
          <p:cNvPr id="4" name="Text 2"/>
          <p:cNvSpPr/>
          <p:nvPr/>
        </p:nvSpPr>
        <p:spPr>
          <a:xfrm>
            <a:off x="685799" y="1298448"/>
            <a:ext cx="4561703" cy="3200400"/>
          </a:xfrm>
          <a:prstGeom prst="rect">
            <a:avLst/>
          </a:prstGeom>
          <a:noFill/>
          <a:ln/>
        </p:spPr>
        <p:txBody>
          <a:bodyPr wrap="square" lIns="635" tIns="635" rIns="635" bIns="635" rtlCol="0" anchor="t">
            <a:normAutofit/>
          </a:bodyPr>
          <a:lstStyle/>
          <a:p>
            <a:pPr marL="342900" indent="-342900">
              <a:buFont typeface="Wingdings" pitchFamily="2" charset="2"/>
              <a:buChar char="n"/>
            </a:pPr>
            <a:r>
              <a:rPr lang="en-US" sz="1850" dirty="0">
                <a:latin typeface="Yu Gothic" panose="020B0400000000000000" pitchFamily="34" charset="-128"/>
                <a:ea typeface="Yu Gothic" panose="020B0400000000000000" pitchFamily="34" charset="-128"/>
                <a:cs typeface="Yu Gothic"/>
              </a:rPr>
              <a:t>EEG-MI </a:t>
            </a:r>
            <a:r>
              <a:rPr lang="ja-JP" altLang="en-US" sz="1850">
                <a:latin typeface="Yu Gothic" panose="020B0400000000000000" pitchFamily="34" charset="-128"/>
                <a:ea typeface="Yu Gothic" panose="020B0400000000000000" pitchFamily="34" charset="-128"/>
                <a:cs typeface="Yu Gothic"/>
              </a:rPr>
              <a:t>は，脳波から運動想起クラスを分類する </a:t>
            </a:r>
            <a:r>
              <a:rPr lang="en-US" sz="1850" dirty="0">
                <a:latin typeface="Yu Gothic" panose="020B0400000000000000" pitchFamily="34" charset="-128"/>
                <a:ea typeface="Yu Gothic" panose="020B0400000000000000" pitchFamily="34" charset="-128"/>
                <a:cs typeface="Yu Gothic"/>
              </a:rPr>
              <a:t>BCI </a:t>
            </a:r>
            <a:r>
              <a:rPr lang="ja-JP" altLang="en-US" sz="1850">
                <a:latin typeface="Yu Gothic" panose="020B0400000000000000" pitchFamily="34" charset="-128"/>
                <a:ea typeface="Yu Gothic" panose="020B0400000000000000" pitchFamily="34" charset="-128"/>
                <a:cs typeface="Yu Gothic"/>
              </a:rPr>
              <a:t>タスクである</a:t>
            </a:r>
            <a:endParaRPr lang="en-US" altLang="ja-JP" sz="1850" dirty="0">
              <a:latin typeface="Yu Gothic" panose="020B0400000000000000" pitchFamily="34" charset="-128"/>
              <a:ea typeface="Yu Gothic" panose="020B0400000000000000" pitchFamily="34" charset="-128"/>
              <a:cs typeface="Yu Gothic"/>
            </a:endParaRPr>
          </a:p>
          <a:p>
            <a:endParaRPr lang="ja-JP" altLang="en-US" sz="1850">
              <a:latin typeface="Yu Gothic" panose="020B0400000000000000" pitchFamily="34" charset="-128"/>
              <a:ea typeface="Yu Gothic" panose="020B0400000000000000" pitchFamily="34" charset="-128"/>
              <a:cs typeface="Yu Gothic"/>
            </a:endParaRPr>
          </a:p>
          <a:p>
            <a:pPr marL="342900" indent="-342900">
              <a:buFont typeface="Wingdings" pitchFamily="2" charset="2"/>
              <a:buChar char="n"/>
            </a:pPr>
            <a:r>
              <a:rPr lang="ja-JP" altLang="en-US" sz="1850">
                <a:latin typeface="Yu Gothic" panose="020B0400000000000000" pitchFamily="34" charset="-128"/>
                <a:ea typeface="Yu Gothic" panose="020B0400000000000000" pitchFamily="34" charset="-128"/>
                <a:cs typeface="Yu Gothic"/>
              </a:rPr>
              <a:t>同じ被験者でも，日や </a:t>
            </a:r>
            <a:r>
              <a:rPr lang="en-US" sz="1850" dirty="0">
                <a:latin typeface="Yu Gothic" panose="020B0400000000000000" pitchFamily="34" charset="-128"/>
                <a:ea typeface="Yu Gothic" panose="020B0400000000000000" pitchFamily="34" charset="-128"/>
                <a:cs typeface="Yu Gothic"/>
              </a:rPr>
              <a:t>session </a:t>
            </a:r>
            <a:r>
              <a:rPr lang="ja-JP" altLang="en-US" sz="1850">
                <a:latin typeface="Yu Gothic" panose="020B0400000000000000" pitchFamily="34" charset="-128"/>
                <a:ea typeface="Yu Gothic" panose="020B0400000000000000" pitchFamily="34" charset="-128"/>
                <a:cs typeface="Yu Gothic"/>
              </a:rPr>
              <a:t>が変わると </a:t>
            </a:r>
            <a:r>
              <a:rPr lang="en-US" sz="1850" dirty="0">
                <a:latin typeface="Yu Gothic" panose="020B0400000000000000" pitchFamily="34" charset="-128"/>
                <a:ea typeface="Yu Gothic" panose="020B0400000000000000" pitchFamily="34" charset="-128"/>
                <a:cs typeface="Yu Gothic"/>
              </a:rPr>
              <a:t>EEG </a:t>
            </a:r>
            <a:r>
              <a:rPr lang="ja-JP" altLang="en-US" sz="1850">
                <a:latin typeface="Yu Gothic" panose="020B0400000000000000" pitchFamily="34" charset="-128"/>
                <a:ea typeface="Yu Gothic" panose="020B0400000000000000" pitchFamily="34" charset="-128"/>
                <a:cs typeface="Yu Gothic"/>
              </a:rPr>
              <a:t>特徴分布が変化する</a:t>
            </a:r>
            <a:endParaRPr lang="en-US" altLang="ja-JP" sz="1850" dirty="0">
              <a:latin typeface="Yu Gothic" panose="020B0400000000000000" pitchFamily="34" charset="-128"/>
              <a:ea typeface="Yu Gothic" panose="020B0400000000000000" pitchFamily="34" charset="-128"/>
              <a:cs typeface="Yu Gothic"/>
            </a:endParaRPr>
          </a:p>
          <a:p>
            <a:endParaRPr lang="ja-JP" altLang="en-US" sz="1850">
              <a:latin typeface="Yu Gothic" panose="020B0400000000000000" pitchFamily="34" charset="-128"/>
              <a:ea typeface="Yu Gothic" panose="020B0400000000000000" pitchFamily="34" charset="-128"/>
              <a:cs typeface="Yu Gothic"/>
            </a:endParaRPr>
          </a:p>
          <a:p>
            <a:pPr marL="342900" indent="-342900">
              <a:buFont typeface="Wingdings" pitchFamily="2" charset="2"/>
              <a:buChar char="n"/>
            </a:pPr>
            <a:r>
              <a:rPr lang="ja-JP" altLang="en-US" sz="1850">
                <a:latin typeface="Yu Gothic" panose="020B0400000000000000" pitchFamily="34" charset="-128"/>
                <a:ea typeface="Yu Gothic" panose="020B0400000000000000" pitchFamily="34" charset="-128"/>
                <a:cs typeface="Yu Gothic"/>
              </a:rPr>
              <a:t>そのため，</a:t>
            </a:r>
            <a:r>
              <a:rPr lang="en-US" sz="1850" dirty="0" err="1">
                <a:latin typeface="Yu Gothic" panose="020B0400000000000000" pitchFamily="34" charset="-128"/>
                <a:ea typeface="Yu Gothic" panose="020B0400000000000000" pitchFamily="34" charset="-128"/>
                <a:cs typeface="Yu Gothic"/>
              </a:rPr>
              <a:t>session_T</a:t>
            </a:r>
            <a:r>
              <a:rPr lang="en-US" sz="1850" dirty="0">
                <a:latin typeface="Yu Gothic" panose="020B0400000000000000" pitchFamily="34" charset="-128"/>
                <a:ea typeface="Yu Gothic" panose="020B0400000000000000" pitchFamily="34" charset="-128"/>
                <a:cs typeface="Yu Gothic"/>
              </a:rPr>
              <a:t> </a:t>
            </a:r>
            <a:r>
              <a:rPr lang="ja-JP" altLang="en-US" sz="1850">
                <a:latin typeface="Yu Gothic" panose="020B0400000000000000" pitchFamily="34" charset="-128"/>
                <a:ea typeface="Yu Gothic" panose="020B0400000000000000" pitchFamily="34" charset="-128"/>
                <a:cs typeface="Yu Gothic"/>
              </a:rPr>
              <a:t>で学習した分類器を </a:t>
            </a:r>
            <a:r>
              <a:rPr lang="en-US" sz="1850" dirty="0" err="1">
                <a:latin typeface="Yu Gothic" panose="020B0400000000000000" pitchFamily="34" charset="-128"/>
                <a:ea typeface="Yu Gothic" panose="020B0400000000000000" pitchFamily="34" charset="-128"/>
                <a:cs typeface="Yu Gothic"/>
              </a:rPr>
              <a:t>session_E</a:t>
            </a:r>
            <a:r>
              <a:rPr lang="en-US" sz="1850" dirty="0">
                <a:latin typeface="Yu Gothic" panose="020B0400000000000000" pitchFamily="34" charset="-128"/>
                <a:ea typeface="Yu Gothic" panose="020B0400000000000000" pitchFamily="34" charset="-128"/>
                <a:cs typeface="Yu Gothic"/>
              </a:rPr>
              <a:t> </a:t>
            </a:r>
            <a:r>
              <a:rPr lang="ja-JP" altLang="en-US" sz="1850">
                <a:latin typeface="Yu Gothic" panose="020B0400000000000000" pitchFamily="34" charset="-128"/>
                <a:ea typeface="Yu Gothic" panose="020B0400000000000000" pitchFamily="34" charset="-128"/>
                <a:cs typeface="Yu Gothic"/>
              </a:rPr>
              <a:t>にそのまま適用すると性能が低下しやすい</a:t>
            </a:r>
            <a:endParaRPr lang="en-US" sz="1850" dirty="0">
              <a:latin typeface="Yu Gothic" panose="020B0400000000000000" pitchFamily="34" charset="-128"/>
              <a:ea typeface="Yu Gothic" panose="020B0400000000000000" pitchFamily="34" charset="-128"/>
              <a:cs typeface="Yu Gothic"/>
            </a:endParaRPr>
          </a:p>
        </p:txBody>
      </p:sp>
      <p:pic>
        <p:nvPicPr>
          <p:cNvPr id="5" name="Image 0" descr="/mnt/data/ChatGPT Image 2026年5月8日 16_35_54(1).png"/>
          <p:cNvPicPr>
            <a:picLocks noChangeAspect="1"/>
          </p:cNvPicPr>
          <p:nvPr/>
        </p:nvPicPr>
        <p:blipFill>
          <a:blip r:embed="rId3"/>
          <a:stretch>
            <a:fillRect/>
          </a:stretch>
        </p:blipFill>
        <p:spPr>
          <a:xfrm>
            <a:off x="5668197" y="1524000"/>
            <a:ext cx="6036123" cy="3397124"/>
          </a:xfrm>
          <a:prstGeom prst="rect">
            <a:avLst/>
          </a:prstGeom>
        </p:spPr>
      </p:pic>
      <p:sp>
        <p:nvSpPr>
          <p:cNvPr id="6" name="Text 3"/>
          <p:cNvSpPr/>
          <p:nvPr/>
        </p:nvSpPr>
        <p:spPr>
          <a:xfrm>
            <a:off x="685800" y="5879592"/>
            <a:ext cx="10625328" cy="502920"/>
          </a:xfrm>
          <a:prstGeom prst="rect">
            <a:avLst/>
          </a:prstGeom>
          <a:solidFill>
            <a:srgbClr val="F3F8FF"/>
          </a:solidFill>
          <a:ln w="7620">
            <a:solidFill>
              <a:srgbClr val="0E55B5">
                <a:alpha val="80000"/>
              </a:srgbClr>
            </a:solidFill>
          </a:ln>
        </p:spPr>
        <p:txBody>
          <a:bodyPr wrap="square" lIns="762" tIns="1524" rIns="1524" bIns="762" rtlCol="0" anchor="ctr">
            <a:normAutofit/>
          </a:bodyPr>
          <a:lstStyle/>
          <a:p>
            <a:pPr algn="ctr"/>
            <a:r>
              <a:rPr lang="ja-JP" altLang="en-US" sz="1600" b="1">
                <a:latin typeface="Yu Gothic"/>
                <a:ea typeface="Yu Gothic"/>
                <a:cs typeface="Yu Gothic"/>
              </a:rPr>
              <a:t>背景課題：</a:t>
            </a:r>
            <a:r>
              <a:rPr lang="en" altLang="ja-JP" sz="1600" b="1" dirty="0">
                <a:latin typeface="Yu Gothic"/>
                <a:ea typeface="Yu Gothic"/>
                <a:cs typeface="Yu Gothic"/>
              </a:rPr>
              <a:t>EEG-MI </a:t>
            </a:r>
            <a:r>
              <a:rPr lang="ja-JP" altLang="en-US" sz="1600" b="1">
                <a:latin typeface="Yu Gothic"/>
                <a:ea typeface="Yu Gothic"/>
                <a:cs typeface="Yu Gothic"/>
              </a:rPr>
              <a:t>の実用化には，</a:t>
            </a:r>
            <a:r>
              <a:rPr lang="en" altLang="ja-JP" sz="1600" b="1" dirty="0">
                <a:latin typeface="Yu Gothic"/>
                <a:ea typeface="Yu Gothic"/>
                <a:cs typeface="Yu Gothic"/>
              </a:rPr>
              <a:t>session </a:t>
            </a:r>
            <a:r>
              <a:rPr lang="ja-JP" altLang="en-US" sz="1600" b="1">
                <a:latin typeface="Yu Gothic"/>
                <a:ea typeface="Yu Gothic"/>
                <a:cs typeface="Yu Gothic"/>
              </a:rPr>
              <a:t>ごとの分布ずれに頑健な分類が必要である。</a:t>
            </a:r>
            <a:endParaRPr lang="ja-JP" altLang="en-US" sz="1600">
              <a:latin typeface="Yu Gothic"/>
              <a:ea typeface="Yu Gothic"/>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3:wrappingTextBoxFlag xmlns:ns3="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3</a:t>
            </a:fld>
            <a:endParaRPr lang="en-US">
              <a:latin typeface="Yu Gothic"/>
              <a:ea typeface="Yu Gothic"/>
              <a:cs typeface="Yu Gothic"/>
            </a:endParaRPr>
          </a:p>
        </p:txBody>
      </p:sp>
      <p:sp>
        <p:nvSpPr>
          <p:cNvPr id="3" name="テキスト ボックス 2">
            <a:extLst>
              <a:ext uri="{FF2B5EF4-FFF2-40B4-BE49-F238E27FC236}">
                <a16:creationId xmlns:a16="http://schemas.microsoft.com/office/drawing/2014/main" id="{8B28A5B3-B853-F91E-A60A-8C0D3648AFED}"/>
              </a:ext>
            </a:extLst>
          </p:cNvPr>
          <p:cNvSpPr txBox="1"/>
          <p:nvPr/>
        </p:nvSpPr>
        <p:spPr>
          <a:xfrm>
            <a:off x="6863483" y="4846360"/>
            <a:ext cx="3645550" cy="369332"/>
          </a:xfrm>
          <a:prstGeom prst="rect">
            <a:avLst/>
          </a:prstGeom>
          <a:noFill/>
        </p:spPr>
        <p:txBody>
          <a:bodyPr wrap="none" rtlCol="0">
            <a:spAutoFit/>
          </a:bodyPr>
          <a:lstStyle/>
          <a:p>
            <a:r>
              <a:rPr kumimoji="1" lang="ja-JP" altLang="en-US"/>
              <a:t>図</a:t>
            </a:r>
            <a:r>
              <a:rPr kumimoji="1" lang="en-US" altLang="ja-JP" dirty="0"/>
              <a:t>. session</a:t>
            </a:r>
            <a:r>
              <a:rPr kumimoji="1" lang="ja-JP" altLang="en-US"/>
              <a:t>間の</a:t>
            </a:r>
            <a:r>
              <a:rPr kumimoji="1" lang="en-US" altLang="ja-JP" dirty="0"/>
              <a:t>EEG</a:t>
            </a:r>
            <a:r>
              <a:rPr kumimoji="1" lang="ja-JP" altLang="en-US"/>
              <a:t>特徴分布ずれ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5A352AE-3AFF-B8FD-E659-3D67AA754F8E}"/>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4</a:t>
            </a:fld>
            <a:endParaRPr lang="en-US">
              <a:latin typeface="Yu Gothic"/>
              <a:ea typeface="Yu Gothic"/>
              <a:cs typeface="Yu Gothic"/>
            </a:endParaRPr>
          </a:p>
        </p:txBody>
      </p:sp>
      <p:sp>
        <p:nvSpPr>
          <p:cNvPr id="3" name="Text 0">
            <a:extLst>
              <a:ext uri="{FF2B5EF4-FFF2-40B4-BE49-F238E27FC236}">
                <a16:creationId xmlns:a16="http://schemas.microsoft.com/office/drawing/2014/main" id="{1DF30E0A-5C9E-5352-CF8D-2234B0B827B2}"/>
              </a:ext>
            </a:extLst>
          </p:cNvPr>
          <p:cNvSpPr/>
          <p:nvPr/>
        </p:nvSpPr>
        <p:spPr>
          <a:xfrm>
            <a:off x="502920" y="182880"/>
            <a:ext cx="9189720" cy="502920"/>
          </a:xfrm>
          <a:prstGeom prst="rect">
            <a:avLst/>
          </a:prstGeom>
          <a:noFill/>
          <a:ln/>
        </p:spPr>
        <p:txBody>
          <a:bodyPr wrap="square" lIns="0" tIns="0" rIns="0" bIns="0" rtlCol="0" anchor="ctr">
            <a:normAutofit/>
          </a:bodyPr>
          <a:lstStyle/>
          <a:p>
            <a:pPr marL="0" indent="0">
              <a:buNone/>
            </a:pPr>
            <a:r>
              <a:rPr lang="ja-JP" altLang="en-US" sz="2600" b="1">
                <a:latin typeface="Yu Gothic" panose="020B0400000000000000" pitchFamily="34" charset="-128"/>
                <a:ea typeface="Yu Gothic" panose="020B0400000000000000" pitchFamily="34" charset="-128"/>
                <a:cs typeface="Yu Gothic"/>
              </a:rPr>
              <a:t>解決方針：</a:t>
            </a:r>
            <a:r>
              <a:rPr lang="en-US" sz="2600" b="1" dirty="0">
                <a:latin typeface="Yu Gothic" panose="020B0400000000000000" pitchFamily="34" charset="-128"/>
                <a:ea typeface="Yu Gothic" panose="020B0400000000000000" pitchFamily="34" charset="-128"/>
                <a:cs typeface="Yu Gothic"/>
              </a:rPr>
              <a:t>session drift </a:t>
            </a:r>
            <a:r>
              <a:rPr lang="ja-JP" altLang="en-US" sz="2600" b="1">
                <a:latin typeface="Yu Gothic" panose="020B0400000000000000" pitchFamily="34" charset="-128"/>
                <a:ea typeface="Yu Gothic" panose="020B0400000000000000" pitchFamily="34" charset="-128"/>
                <a:cs typeface="Yu Gothic"/>
              </a:rPr>
              <a:t>に追従するため，</a:t>
            </a:r>
            <a:r>
              <a:rPr lang="en-US" sz="2600" b="1" dirty="0">
                <a:latin typeface="Yu Gothic" panose="020B0400000000000000" pitchFamily="34" charset="-128"/>
                <a:ea typeface="Yu Gothic" panose="020B0400000000000000" pitchFamily="34" charset="-128"/>
                <a:cs typeface="Yu Gothic"/>
              </a:rPr>
              <a:t>OTTA </a:t>
            </a:r>
            <a:r>
              <a:rPr lang="ja-JP" altLang="en-US" sz="2600" b="1">
                <a:latin typeface="Yu Gothic" panose="020B0400000000000000" pitchFamily="34" charset="-128"/>
                <a:ea typeface="Yu Gothic" panose="020B0400000000000000" pitchFamily="34" charset="-128"/>
                <a:cs typeface="Yu Gothic"/>
              </a:rPr>
              <a:t>を用いる</a:t>
            </a:r>
            <a:endParaRPr lang="en-US" sz="2600" b="1" dirty="0">
              <a:latin typeface="Yu Gothic" panose="020B0400000000000000" pitchFamily="34" charset="-128"/>
              <a:ea typeface="Yu Gothic" panose="020B0400000000000000" pitchFamily="34" charset="-128"/>
              <a:cs typeface="Yu Gothic"/>
            </a:endParaRPr>
          </a:p>
        </p:txBody>
      </p:sp>
      <p:sp>
        <p:nvSpPr>
          <p:cNvPr id="4" name="Text 2">
            <a:extLst>
              <a:ext uri="{FF2B5EF4-FFF2-40B4-BE49-F238E27FC236}">
                <a16:creationId xmlns:a16="http://schemas.microsoft.com/office/drawing/2014/main" id="{C00CC621-B01D-5206-135A-92305C27D73D}"/>
              </a:ext>
            </a:extLst>
          </p:cNvPr>
          <p:cNvSpPr/>
          <p:nvPr/>
        </p:nvSpPr>
        <p:spPr>
          <a:xfrm>
            <a:off x="527859" y="1183730"/>
            <a:ext cx="4932903" cy="5157249"/>
          </a:xfrm>
          <a:prstGeom prst="rect">
            <a:avLst/>
          </a:prstGeom>
          <a:noFill/>
          <a:ln/>
        </p:spPr>
        <p:txBody>
          <a:bodyPr wrap="square" lIns="635" tIns="635" rIns="635" bIns="635" rtlCol="0" anchor="t">
            <a:normAutofit/>
          </a:bodyPr>
          <a:lstStyle/>
          <a:p>
            <a:pPr marL="342900" indent="-342900" algn="l">
              <a:spcBef>
                <a:spcPts val="0"/>
              </a:spcBef>
              <a:spcAft>
                <a:spcPts val="0"/>
              </a:spcAft>
              <a:buFont typeface="Wingdings" pitchFamily="2" charset="2"/>
              <a:buChar char="n"/>
            </a:pPr>
            <a:r>
              <a:rPr lang="en" altLang="ja-JP" dirty="0">
                <a:solidFill>
                  <a:srgbClr val="000000"/>
                </a:solidFill>
                <a:latin typeface="Yu Gothic"/>
              </a:rPr>
              <a:t>cross-session drift </a:t>
            </a:r>
            <a:r>
              <a:rPr lang="ja-JP" altLang="en-US">
                <a:solidFill>
                  <a:srgbClr val="000000"/>
                </a:solidFill>
                <a:latin typeface="Yu Gothic"/>
              </a:rPr>
              <a:t>により，</a:t>
            </a:r>
            <a:r>
              <a:rPr lang="en" altLang="ja-JP" dirty="0" err="1">
                <a:solidFill>
                  <a:srgbClr val="000000"/>
                </a:solidFill>
                <a:latin typeface="Yu Gothic"/>
              </a:rPr>
              <a:t>session_T</a:t>
            </a:r>
            <a:r>
              <a:rPr lang="en" altLang="ja-JP" dirty="0">
                <a:solidFill>
                  <a:srgbClr val="000000"/>
                </a:solidFill>
                <a:latin typeface="Yu Gothic"/>
              </a:rPr>
              <a:t> </a:t>
            </a:r>
            <a:r>
              <a:rPr lang="ja-JP" altLang="en-US">
                <a:solidFill>
                  <a:srgbClr val="000000"/>
                </a:solidFill>
                <a:latin typeface="Yu Gothic"/>
              </a:rPr>
              <a:t>で学習した静的分類器を</a:t>
            </a:r>
            <a:r>
              <a:rPr lang="en" altLang="ja-JP" dirty="0" err="1">
                <a:solidFill>
                  <a:srgbClr val="000000"/>
                </a:solidFill>
                <a:latin typeface="Yu Gothic"/>
              </a:rPr>
              <a:t>session_E</a:t>
            </a:r>
            <a:r>
              <a:rPr lang="en" altLang="ja-JP" dirty="0">
                <a:solidFill>
                  <a:srgbClr val="000000"/>
                </a:solidFill>
                <a:latin typeface="Yu Gothic"/>
              </a:rPr>
              <a:t> </a:t>
            </a:r>
            <a:r>
              <a:rPr lang="ja-JP" altLang="en-US">
                <a:solidFill>
                  <a:srgbClr val="000000"/>
                </a:solidFill>
                <a:latin typeface="Yu Gothic"/>
              </a:rPr>
              <a:t>にそのまま適用すると性能が低下する</a:t>
            </a:r>
            <a:endParaRPr lang="en-US" altLang="ja-JP" dirty="0">
              <a:solidFill>
                <a:srgbClr val="000000"/>
              </a:solidFill>
              <a:latin typeface="Yu Gothic"/>
            </a:endParaRPr>
          </a:p>
          <a:p>
            <a:pPr algn="l">
              <a:spcBef>
                <a:spcPts val="0"/>
              </a:spcBef>
              <a:spcAft>
                <a:spcPts val="0"/>
              </a:spcAft>
            </a:pPr>
            <a:endParaRPr lang="en-US" altLang="ja-JP" dirty="0">
              <a:solidFill>
                <a:srgbClr val="000000"/>
              </a:solidFill>
              <a:latin typeface="Yu Gothic"/>
            </a:endParaRPr>
          </a:p>
          <a:p>
            <a:pPr marL="342900" indent="-342900" algn="l">
              <a:spcBef>
                <a:spcPts val="0"/>
              </a:spcBef>
              <a:spcAft>
                <a:spcPts val="0"/>
              </a:spcAft>
              <a:buFont typeface="Wingdings" pitchFamily="2" charset="2"/>
              <a:buChar char="n"/>
            </a:pPr>
            <a:r>
              <a:rPr lang="en" altLang="ja-JP" dirty="0">
                <a:solidFill>
                  <a:srgbClr val="000000"/>
                </a:solidFill>
                <a:latin typeface="Yu Gothic"/>
              </a:rPr>
              <a:t>OTTA</a:t>
            </a:r>
            <a:r>
              <a:rPr lang="ja-JP" altLang="en">
                <a:solidFill>
                  <a:srgbClr val="000000"/>
                </a:solidFill>
                <a:latin typeface="Yu Gothic"/>
              </a:rPr>
              <a:t>（</a:t>
            </a:r>
            <a:r>
              <a:rPr lang="en" altLang="ja-JP" dirty="0">
                <a:solidFill>
                  <a:srgbClr val="000000"/>
                </a:solidFill>
                <a:latin typeface="Yu Gothic"/>
              </a:rPr>
              <a:t>Online Test-Time Adaptation</a:t>
            </a:r>
            <a:r>
              <a:rPr lang="ja-JP" altLang="en">
                <a:solidFill>
                  <a:srgbClr val="000000"/>
                </a:solidFill>
                <a:latin typeface="Yu Gothic"/>
              </a:rPr>
              <a:t>）</a:t>
            </a:r>
            <a:r>
              <a:rPr lang="ja-JP" altLang="en-US">
                <a:solidFill>
                  <a:srgbClr val="000000"/>
                </a:solidFill>
                <a:latin typeface="Yu Gothic"/>
              </a:rPr>
              <a:t>は，</a:t>
            </a:r>
            <a:r>
              <a:rPr lang="en" altLang="ja-JP" dirty="0">
                <a:solidFill>
                  <a:srgbClr val="000000"/>
                </a:solidFill>
                <a:latin typeface="Yu Gothic"/>
              </a:rPr>
              <a:t>target session </a:t>
            </a:r>
            <a:r>
              <a:rPr lang="ja-JP" altLang="en-US">
                <a:solidFill>
                  <a:srgbClr val="000000"/>
                </a:solidFill>
                <a:latin typeface="Yu Gothic"/>
              </a:rPr>
              <a:t>の </a:t>
            </a:r>
            <a:r>
              <a:rPr lang="en" altLang="ja-JP" dirty="0">
                <a:solidFill>
                  <a:srgbClr val="000000"/>
                </a:solidFill>
                <a:latin typeface="Yu Gothic"/>
              </a:rPr>
              <a:t>unlabeled stream </a:t>
            </a:r>
            <a:r>
              <a:rPr lang="ja-JP" altLang="en-US">
                <a:solidFill>
                  <a:srgbClr val="000000"/>
                </a:solidFill>
                <a:latin typeface="Yu Gothic"/>
              </a:rPr>
              <a:t>を用いて，推論時にモデル状態を逐次適応させる手法である</a:t>
            </a:r>
            <a:endParaRPr lang="en-US" altLang="ja-JP" dirty="0">
              <a:solidFill>
                <a:srgbClr val="000000"/>
              </a:solidFill>
              <a:latin typeface="Yu Gothic"/>
            </a:endParaRPr>
          </a:p>
          <a:p>
            <a:pPr algn="l">
              <a:spcBef>
                <a:spcPts val="0"/>
              </a:spcBef>
              <a:spcAft>
                <a:spcPts val="0"/>
              </a:spcAft>
            </a:pPr>
            <a:endParaRPr lang="en-US" altLang="ja-JP" dirty="0">
              <a:solidFill>
                <a:srgbClr val="000000"/>
              </a:solidFill>
            </a:endParaRPr>
          </a:p>
          <a:p>
            <a:pPr marL="342900" indent="-342900" algn="l">
              <a:spcBef>
                <a:spcPts val="0"/>
              </a:spcBef>
              <a:spcAft>
                <a:spcPts val="0"/>
              </a:spcAft>
              <a:buFont typeface="Wingdings" pitchFamily="2" charset="2"/>
              <a:buChar char="n"/>
            </a:pPr>
            <a:r>
              <a:rPr lang="ja-JP" altLang="en-US">
                <a:solidFill>
                  <a:srgbClr val="000000"/>
                </a:solidFill>
                <a:latin typeface="Yu Gothic"/>
              </a:rPr>
              <a:t>追加ラベルなしで </a:t>
            </a:r>
            <a:r>
              <a:rPr lang="en" altLang="ja-JP" dirty="0">
                <a:solidFill>
                  <a:srgbClr val="000000"/>
                </a:solidFill>
                <a:latin typeface="Yu Gothic"/>
              </a:rPr>
              <a:t>target session </a:t>
            </a:r>
            <a:r>
              <a:rPr lang="ja-JP" altLang="en-US">
                <a:solidFill>
                  <a:srgbClr val="000000"/>
                </a:solidFill>
                <a:latin typeface="Yu Gothic"/>
              </a:rPr>
              <a:t>に追従できるため，</a:t>
            </a:r>
            <a:r>
              <a:rPr lang="en" altLang="ja-JP" dirty="0">
                <a:solidFill>
                  <a:srgbClr val="000000"/>
                </a:solidFill>
                <a:latin typeface="Yu Gothic"/>
              </a:rPr>
              <a:t>EEG-MI </a:t>
            </a:r>
            <a:r>
              <a:rPr lang="ja-JP" altLang="en-US">
                <a:solidFill>
                  <a:srgbClr val="000000"/>
                </a:solidFill>
                <a:latin typeface="Yu Gothic"/>
              </a:rPr>
              <a:t>の実用化に向けた有力な方針</a:t>
            </a:r>
          </a:p>
          <a:p>
            <a:pPr marL="342900" indent="-342900">
              <a:buFont typeface="Wingdings" pitchFamily="2" charset="2"/>
              <a:buChar char="n"/>
            </a:pPr>
            <a:endParaRPr lang="en-US" dirty="0">
              <a:latin typeface="Yu Gothic" panose="020B0400000000000000" pitchFamily="34" charset="-128"/>
              <a:ea typeface="Yu Gothic" panose="020B0400000000000000" pitchFamily="34" charset="-128"/>
              <a:cs typeface="Yu Gothic"/>
            </a:endParaRPr>
          </a:p>
        </p:txBody>
      </p:sp>
      <p:pic>
        <p:nvPicPr>
          <p:cNvPr id="25" name="図 24" descr="ダイアグラム&#10;&#10;自動的に生成された説明">
            <a:extLst>
              <a:ext uri="{FF2B5EF4-FFF2-40B4-BE49-F238E27FC236}">
                <a16:creationId xmlns:a16="http://schemas.microsoft.com/office/drawing/2014/main" id="{1F28BD28-566E-2E7B-ED84-3B189939B059}"/>
              </a:ext>
            </a:extLst>
          </p:cNvPr>
          <p:cNvPicPr>
            <a:picLocks noChangeAspect="1"/>
          </p:cNvPicPr>
          <p:nvPr/>
        </p:nvPicPr>
        <p:blipFill>
          <a:blip r:embed="rId2"/>
          <a:srcRect l="7418" r="8179"/>
          <a:stretch/>
        </p:blipFill>
        <p:spPr>
          <a:xfrm>
            <a:off x="6016239" y="1615570"/>
            <a:ext cx="5444954" cy="3626860"/>
          </a:xfrm>
          <a:prstGeom prst="rect">
            <a:avLst/>
          </a:prstGeom>
        </p:spPr>
      </p:pic>
      <p:sp>
        <p:nvSpPr>
          <p:cNvPr id="26" name="テキスト ボックス 25">
            <a:extLst>
              <a:ext uri="{FF2B5EF4-FFF2-40B4-BE49-F238E27FC236}">
                <a16:creationId xmlns:a16="http://schemas.microsoft.com/office/drawing/2014/main" id="{91906D5F-D543-335B-8E74-164AE9AA76A9}"/>
              </a:ext>
            </a:extLst>
          </p:cNvPr>
          <p:cNvSpPr txBox="1"/>
          <p:nvPr/>
        </p:nvSpPr>
        <p:spPr>
          <a:xfrm>
            <a:off x="7138737" y="5507147"/>
            <a:ext cx="3348994" cy="369332"/>
          </a:xfrm>
          <a:prstGeom prst="rect">
            <a:avLst/>
          </a:prstGeom>
          <a:noFill/>
        </p:spPr>
        <p:txBody>
          <a:bodyPr wrap="none" rtlCol="0">
            <a:spAutoFit/>
          </a:bodyPr>
          <a:lstStyle/>
          <a:p>
            <a:r>
              <a:rPr kumimoji="1" lang="ja-JP" altLang="en-US"/>
              <a:t>図</a:t>
            </a:r>
            <a:r>
              <a:rPr kumimoji="1" lang="en-US" altLang="ja-JP" dirty="0"/>
              <a:t>. </a:t>
            </a:r>
            <a:r>
              <a:rPr kumimoji="1" lang="ja-JP" altLang="en-US"/>
              <a:t>静的分類器と</a:t>
            </a:r>
            <a:r>
              <a:rPr kumimoji="1" lang="en-US" altLang="ja-JP" dirty="0"/>
              <a:t>OTTA</a:t>
            </a:r>
            <a:r>
              <a:rPr kumimoji="1" lang="ja-JP" altLang="en-US"/>
              <a:t>の比較</a:t>
            </a:r>
          </a:p>
        </p:txBody>
      </p:sp>
    </p:spTree>
    <p:extLst>
      <p:ext uri="{BB962C8B-B14F-4D97-AF65-F5344CB8AC3E}">
        <p14:creationId xmlns:p14="http://schemas.microsoft.com/office/powerpoint/2010/main" val="203190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fontScale="77500" lnSpcReduction="20000"/>
          </a:bodyPr>
          <a:lstStyle/>
          <a:p>
            <a:pPr marL="0" indent="0">
              <a:buNone/>
            </a:pPr>
            <a:r>
              <a:rPr lang="ja-JP" altLang="en-US" sz="2800" b="1">
                <a:latin typeface="Yu Gothic" panose="020B0400000000000000" pitchFamily="34" charset="-128"/>
                <a:ea typeface="Yu Gothic" panose="020B0400000000000000" pitchFamily="34" charset="-128"/>
                <a:cs typeface="Yu Gothic"/>
              </a:rPr>
              <a:t>問題：</a:t>
            </a:r>
            <a:r>
              <a:rPr lang="en-US" altLang="ja-JP" sz="2800" b="1" dirty="0">
                <a:latin typeface="Yu Gothic" panose="020B0400000000000000" pitchFamily="34" charset="-128"/>
                <a:ea typeface="Yu Gothic" panose="020B0400000000000000" pitchFamily="34" charset="-128"/>
                <a:cs typeface="Yu Gothic"/>
              </a:rPr>
              <a:t>O</a:t>
            </a:r>
            <a:r>
              <a:rPr lang="en" altLang="ja-JP" sz="2800" b="1" dirty="0">
                <a:latin typeface="Yu Gothic" panose="020B0400000000000000" pitchFamily="34" charset="-128"/>
                <a:ea typeface="Yu Gothic" panose="020B0400000000000000" pitchFamily="34" charset="-128"/>
                <a:cs typeface="Yu Gothic"/>
              </a:rPr>
              <a:t>TTA </a:t>
            </a:r>
            <a:r>
              <a:rPr lang="ja-JP" altLang="en-US" sz="2800" b="1">
                <a:latin typeface="Yu Gothic" panose="020B0400000000000000" pitchFamily="34" charset="-128"/>
                <a:ea typeface="Yu Gothic" panose="020B0400000000000000" pitchFamily="34" charset="-128"/>
                <a:cs typeface="Yu Gothic"/>
              </a:rPr>
              <a:t>は分布ずれに追従できる一方，誤更新で性能劣化を招く</a:t>
            </a:r>
            <a:endParaRPr lang="en-US" sz="2600" b="1" dirty="0">
              <a:latin typeface="Yu Gothic" panose="020B0400000000000000" pitchFamily="34" charset="-128"/>
              <a:ea typeface="Yu Gothic" panose="020B0400000000000000" pitchFamily="34" charset="-128"/>
              <a:cs typeface="Yu Gothic"/>
            </a:endParaRPr>
          </a:p>
        </p:txBody>
      </p:sp>
      <p:sp>
        <p:nvSpPr>
          <p:cNvPr id="4" name="Text 2"/>
          <p:cNvSpPr/>
          <p:nvPr/>
        </p:nvSpPr>
        <p:spPr>
          <a:xfrm>
            <a:off x="685800" y="1280160"/>
            <a:ext cx="4185458" cy="3383280"/>
          </a:xfrm>
          <a:prstGeom prst="rect">
            <a:avLst/>
          </a:prstGeom>
          <a:noFill/>
          <a:ln/>
        </p:spPr>
        <p:txBody>
          <a:bodyPr wrap="square" lIns="635" tIns="635" rIns="635" bIns="635" rtlCol="0" anchor="t">
            <a:normAutofit/>
          </a:bodyPr>
          <a:lstStyle/>
          <a:p>
            <a:pPr marL="342900" indent="-342900">
              <a:buFont typeface="Wingdings" pitchFamily="2" charset="2"/>
              <a:buChar char="n"/>
            </a:pPr>
            <a:r>
              <a:rPr lang="en" altLang="ja-JP" sz="2000" dirty="0"/>
              <a:t>OTTA </a:t>
            </a:r>
            <a:r>
              <a:rPr lang="ja-JP" altLang="en-US" sz="2000"/>
              <a:t>は正解ラベルなしでモデル状態を更新する</a:t>
            </a:r>
            <a:endParaRPr lang="en-US" altLang="ja-JP" sz="2000" dirty="0"/>
          </a:p>
          <a:p>
            <a:endParaRPr lang="ja-JP" altLang="en-US" sz="1850">
              <a:latin typeface="Yu Gothic"/>
              <a:ea typeface="Yu Gothic"/>
              <a:cs typeface="Yu Gothic"/>
            </a:endParaRPr>
          </a:p>
          <a:p>
            <a:pPr marL="342900" indent="-342900">
              <a:buFont typeface="Wingdings" pitchFamily="2" charset="2"/>
              <a:buChar char="n"/>
            </a:pPr>
            <a:r>
              <a:rPr lang="ja-JP" altLang="en-US" sz="1850">
                <a:latin typeface="Yu Gothic"/>
                <a:ea typeface="Yu Gothic"/>
                <a:cs typeface="Yu Gothic"/>
              </a:rPr>
              <a:t>分布ずれに追従できる一方，</a:t>
            </a:r>
            <a:r>
              <a:rPr lang="en-US" sz="1850" dirty="0">
                <a:latin typeface="Yu Gothic"/>
                <a:ea typeface="Yu Gothic"/>
                <a:cs typeface="Yu Gothic"/>
              </a:rPr>
              <a:t>EEG </a:t>
            </a:r>
            <a:r>
              <a:rPr lang="ja-JP" altLang="en-US" sz="1850">
                <a:latin typeface="Yu Gothic"/>
                <a:ea typeface="Yu Gothic"/>
                <a:cs typeface="Yu Gothic"/>
              </a:rPr>
              <a:t>では高信頼予測が正解とは限らない</a:t>
            </a:r>
            <a:endParaRPr lang="en-US" altLang="ja-JP" sz="1850" dirty="0">
              <a:latin typeface="Yu Gothic"/>
              <a:ea typeface="Yu Gothic"/>
              <a:cs typeface="Yu Gothic"/>
            </a:endParaRPr>
          </a:p>
          <a:p>
            <a:pPr marL="342900" indent="-342900">
              <a:buFont typeface="Wingdings" pitchFamily="2" charset="2"/>
              <a:buChar char="n"/>
            </a:pPr>
            <a:endParaRPr lang="ja-JP" altLang="en-US" sz="1850">
              <a:latin typeface="Yu Gothic"/>
              <a:ea typeface="Yu Gothic"/>
              <a:cs typeface="Yu Gothic"/>
            </a:endParaRPr>
          </a:p>
          <a:p>
            <a:pPr marL="342900" indent="-342900">
              <a:buFont typeface="Wingdings" pitchFamily="2" charset="2"/>
              <a:buChar char="n"/>
            </a:pPr>
            <a:r>
              <a:rPr lang="ja-JP" altLang="en-US" sz="1850">
                <a:latin typeface="Yu Gothic"/>
                <a:ea typeface="Yu Gothic"/>
                <a:cs typeface="Yu Gothic"/>
              </a:rPr>
              <a:t>誤った </a:t>
            </a:r>
            <a:r>
              <a:rPr lang="en-US" sz="1850" dirty="0">
                <a:latin typeface="Yu Gothic"/>
                <a:ea typeface="Yu Gothic"/>
                <a:cs typeface="Yu Gothic"/>
              </a:rPr>
              <a:t>trial </a:t>
            </a:r>
            <a:r>
              <a:rPr lang="ja-JP" altLang="en-US" sz="1850">
                <a:latin typeface="Yu Gothic"/>
                <a:ea typeface="Yu Gothic"/>
                <a:cs typeface="Yu Gothic"/>
              </a:rPr>
              <a:t>で更新するとモデル状態が汚染され，以降の </a:t>
            </a:r>
            <a:r>
              <a:rPr lang="en-US" sz="1850" dirty="0">
                <a:latin typeface="Yu Gothic"/>
                <a:ea typeface="Yu Gothic"/>
                <a:cs typeface="Yu Gothic"/>
              </a:rPr>
              <a:t>trial </a:t>
            </a:r>
            <a:r>
              <a:rPr lang="ja-JP" altLang="en-US" sz="1850">
                <a:latin typeface="Yu Gothic"/>
                <a:ea typeface="Yu Gothic"/>
                <a:cs typeface="Yu Gothic"/>
              </a:rPr>
              <a:t>でも誤分類が起きやすくなる</a:t>
            </a:r>
            <a:endParaRPr lang="en-US" sz="1850" dirty="0">
              <a:latin typeface="Yu Gothic"/>
              <a:ea typeface="Yu Gothic"/>
              <a:cs typeface="Yu Gothic"/>
            </a:endParaRPr>
          </a:p>
        </p:txBody>
      </p:sp>
      <p:pic>
        <p:nvPicPr>
          <p:cNvPr id="5" name="Image 0" descr="/mnt/data/ChatGPT Image 2026年5月8日 16_35_58(1).png"/>
          <p:cNvPicPr>
            <a:picLocks noChangeAspect="1"/>
          </p:cNvPicPr>
          <p:nvPr/>
        </p:nvPicPr>
        <p:blipFill>
          <a:blip r:embed="rId3"/>
          <a:stretch>
            <a:fillRect/>
          </a:stretch>
        </p:blipFill>
        <p:spPr>
          <a:xfrm>
            <a:off x="5012575" y="1489168"/>
            <a:ext cx="6812280" cy="3833945"/>
          </a:xfrm>
          <a:prstGeom prst="rect">
            <a:avLst/>
          </a:prstGeom>
        </p:spPr>
      </p:pic>
      <p:sp>
        <p:nvSpPr>
          <p:cNvPr id="6" name="Text 3"/>
          <p:cNvSpPr/>
          <p:nvPr/>
        </p:nvSpPr>
        <p:spPr>
          <a:xfrm>
            <a:off x="822960" y="5752228"/>
            <a:ext cx="10561320" cy="329184"/>
          </a:xfrm>
          <a:prstGeom prst="rect">
            <a:avLst/>
          </a:prstGeom>
          <a:solidFill>
            <a:srgbClr val="F3F8FF"/>
          </a:solidFill>
          <a:ln w="7620">
            <a:solidFill>
              <a:srgbClr val="0E55B5">
                <a:alpha val="80000"/>
              </a:srgbClr>
            </a:solidFill>
          </a:ln>
        </p:spPr>
        <p:txBody>
          <a:bodyPr wrap="square" lIns="762" tIns="1524" rIns="1524" bIns="762" rtlCol="0" anchor="ctr">
            <a:normAutofit/>
          </a:bodyPr>
          <a:lstStyle/>
          <a:p>
            <a:pPr marL="0" indent="0" algn="ctr">
              <a:buNone/>
            </a:pPr>
            <a:r>
              <a:rPr lang="en" altLang="ja-JP" sz="1600" b="1" dirty="0">
                <a:latin typeface="Yu Gothic" panose="020B0400000000000000" pitchFamily="34" charset="-128"/>
                <a:ea typeface="Yu Gothic" panose="020B0400000000000000" pitchFamily="34" charset="-128"/>
                <a:cs typeface="Yu Gothic"/>
              </a:rPr>
              <a:t>OTTA </a:t>
            </a:r>
            <a:r>
              <a:rPr lang="ja-JP" altLang="en-US" sz="1600" b="1">
                <a:latin typeface="Yu Gothic" panose="020B0400000000000000" pitchFamily="34" charset="-128"/>
                <a:ea typeface="Yu Gothic" panose="020B0400000000000000" pitchFamily="34" charset="-128"/>
                <a:cs typeface="Yu Gothic"/>
              </a:rPr>
              <a:t>では「更新するか」だけでなく，「</a:t>
            </a:r>
            <a:r>
              <a:rPr lang="ja-JP" altLang="en-US" sz="1600" b="1">
                <a:latin typeface="Yu Gothic" panose="020B0400000000000000" pitchFamily="34" charset="-128"/>
                <a:ea typeface="Yu Gothic" panose="020B0400000000000000" pitchFamily="34" charset="-128"/>
              </a:rPr>
              <a:t>どの状態を</a:t>
            </a:r>
            <a:r>
              <a:rPr lang="ja-JP" altLang="en-US" sz="1600" b="1">
                <a:latin typeface="Yu Gothic" panose="020B0400000000000000" pitchFamily="34" charset="-128"/>
                <a:ea typeface="Yu Gothic" panose="020B0400000000000000" pitchFamily="34" charset="-128"/>
                <a:cs typeface="Yu Gothic"/>
              </a:rPr>
              <a:t>・いつ更新するか」を安全に決める必要がある。</a:t>
            </a:r>
            <a:endParaRPr lang="en-US" sz="1550" b="1" dirty="0">
              <a:latin typeface="Yu Gothic" panose="020B0400000000000000" pitchFamily="34" charset="-128"/>
              <a:ea typeface="Yu Gothic" panose="020B0400000000000000" pitchFamily="34" charset="-128"/>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3:wrappingTextBoxFlag xmlns:ns3="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5</a:t>
            </a:fld>
            <a:endParaRPr lang="en-US">
              <a:latin typeface="Yu Gothic"/>
              <a:ea typeface="Yu Gothic"/>
              <a:cs typeface="Yu Gothic"/>
            </a:endParaRPr>
          </a:p>
        </p:txBody>
      </p:sp>
      <p:sp>
        <p:nvSpPr>
          <p:cNvPr id="3" name="テキスト ボックス 2">
            <a:extLst>
              <a:ext uri="{FF2B5EF4-FFF2-40B4-BE49-F238E27FC236}">
                <a16:creationId xmlns:a16="http://schemas.microsoft.com/office/drawing/2014/main" id="{20C8194E-4F71-41C7-5AC3-7931FB876136}"/>
              </a:ext>
            </a:extLst>
          </p:cNvPr>
          <p:cNvSpPr txBox="1"/>
          <p:nvPr/>
        </p:nvSpPr>
        <p:spPr>
          <a:xfrm>
            <a:off x="6954749" y="5138446"/>
            <a:ext cx="3204723" cy="369332"/>
          </a:xfrm>
          <a:prstGeom prst="rect">
            <a:avLst/>
          </a:prstGeom>
          <a:noFill/>
        </p:spPr>
        <p:txBody>
          <a:bodyPr wrap="none" rtlCol="0">
            <a:spAutoFit/>
          </a:bodyPr>
          <a:lstStyle/>
          <a:p>
            <a:r>
              <a:rPr kumimoji="1" lang="ja-JP" altLang="en-US"/>
              <a:t>図</a:t>
            </a:r>
            <a:r>
              <a:rPr kumimoji="1" lang="en-US" altLang="ja-JP" dirty="0"/>
              <a:t>. Negative Transfer</a:t>
            </a:r>
            <a:r>
              <a:rPr kumimoji="1" lang="ja-JP" altLang="en-US"/>
              <a:t>の流れ</a:t>
            </a:r>
            <a:r>
              <a:rPr kumimoji="1" lang="en-US" altLang="ja-JP" dirty="0"/>
              <a:t> </a:t>
            </a:r>
            <a:endParaRPr kumimoji="1"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83414-FE86-86A0-8CAE-9542E0819A56}"/>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336E268-26E7-6565-4BAD-1D5711477A28}"/>
              </a:ext>
            </a:extLst>
          </p:cNvPr>
          <p:cNvSpPr>
            <a:spLocks noGrp="1"/>
          </p:cNvSpPr>
          <p:nvPr>
            <p:ph type="body" sz="quarter" idx="10"/>
          </p:nvPr>
        </p:nvSpPr>
        <p:spPr/>
        <p:txBody>
          <a:bodyPr/>
          <a:lstStyle/>
          <a:p>
            <a:r>
              <a:rPr lang="en-US" altLang="ja-JP" dirty="0"/>
              <a:t>2.</a:t>
            </a:r>
            <a:r>
              <a:rPr kumimoji="1" lang="ja-JP" altLang="en-US">
                <a:latin typeface="Yu Gothic"/>
                <a:ea typeface="Yu Gothic"/>
                <a:cs typeface="Yu Gothic"/>
              </a:rPr>
              <a:t>前回の振り返り</a:t>
            </a:r>
            <a:endParaRPr lang="en-US" altLang="ja-JP" sz="3200" dirty="0">
              <a:latin typeface="Yu Gothic" panose="020B0400000000000000" pitchFamily="34" charset="-128"/>
              <a:ea typeface="Yu Gothic" panose="020B0400000000000000" pitchFamily="34" charset="-128"/>
              <a:cs typeface="Yu Gothic"/>
            </a:endParaRPr>
          </a:p>
        </p:txBody>
      </p:sp>
      <p:sp>
        <p:nvSpPr>
          <p:cNvPr id="3" name="スライド番号プレースホルダー 2">
            <a:extLst>
              <a:ext uri="{FF2B5EF4-FFF2-40B4-BE49-F238E27FC236}">
                <a16:creationId xmlns:a16="http://schemas.microsoft.com/office/drawing/2014/main" id="{49FCB994-AB63-CE26-15AE-187EF1141E31}"/>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6</a:t>
            </a:fld>
            <a:endParaRPr lang="en-US">
              <a:latin typeface="Yu Gothic"/>
              <a:ea typeface="Yu Gothic"/>
              <a:cs typeface="Yu Gothic"/>
            </a:endParaRPr>
          </a:p>
        </p:txBody>
      </p:sp>
    </p:spTree>
    <p:extLst>
      <p:ext uri="{BB962C8B-B14F-4D97-AF65-F5344CB8AC3E}">
        <p14:creationId xmlns:p14="http://schemas.microsoft.com/office/powerpoint/2010/main" val="163758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a:bodyPr>
          <a:lstStyle/>
          <a:p>
            <a:r>
              <a:rPr lang="ja-JP" altLang="en-US" sz="2800" b="1">
                <a:latin typeface="Yu Gothic" panose="020B0400000000000000" pitchFamily="34" charset="-128"/>
                <a:ea typeface="Yu Gothic" panose="020B0400000000000000" pitchFamily="34" charset="-128"/>
                <a:cs typeface="Yu Gothic"/>
              </a:rPr>
              <a:t>固定更新ではなく，候補更新を検証してから採用する</a:t>
            </a:r>
            <a:endParaRPr lang="en-US" altLang="ja-JP" sz="2800" b="1" dirty="0">
              <a:latin typeface="Yu Gothic" panose="020B0400000000000000" pitchFamily="34" charset="-128"/>
              <a:ea typeface="Yu Gothic" panose="020B0400000000000000" pitchFamily="34" charset="-128"/>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panose="020B0400000000000000" pitchFamily="34" charset="-128"/>
                <a:ea typeface="Yu Gothic" panose="020B0400000000000000" pitchFamily="34" charset="-128"/>
                <a:cs typeface="Yu Gothic"/>
              </a:rPr>
              <a:t>7</a:t>
            </a:fld>
            <a:endParaRPr lang="en-US">
              <a:latin typeface="Yu Gothic" panose="020B0400000000000000" pitchFamily="34" charset="-128"/>
              <a:ea typeface="Yu Gothic" panose="020B0400000000000000" pitchFamily="34" charset="-128"/>
              <a:cs typeface="Yu Gothic"/>
            </a:endParaRPr>
          </a:p>
        </p:txBody>
      </p:sp>
      <p:sp>
        <p:nvSpPr>
          <p:cNvPr id="9" name="Text 2">
            <a:extLst>
              <a:ext uri="{FF2B5EF4-FFF2-40B4-BE49-F238E27FC236}">
                <a16:creationId xmlns:a16="http://schemas.microsoft.com/office/drawing/2014/main" id="{E3FBD152-48B9-F927-2C4D-D8A45687EF01}"/>
              </a:ext>
            </a:extLst>
          </p:cNvPr>
          <p:cNvSpPr/>
          <p:nvPr/>
        </p:nvSpPr>
        <p:spPr>
          <a:xfrm>
            <a:off x="642551" y="1052098"/>
            <a:ext cx="11343261" cy="1056788"/>
          </a:xfrm>
          <a:prstGeom prst="rect">
            <a:avLst/>
          </a:prstGeom>
          <a:noFill/>
          <a:ln/>
        </p:spPr>
        <p:txBody>
          <a:bodyPr wrap="square" lIns="635" tIns="635" rIns="635" bIns="635" rtlCol="0" anchor="t">
            <a:normAutofit/>
          </a:bodyPr>
          <a:lstStyle/>
          <a:p>
            <a:pPr marL="342900" indent="-342900">
              <a:buFont typeface="Wingdings" pitchFamily="2" charset="2"/>
              <a:buChar char="n"/>
            </a:pPr>
            <a:r>
              <a:rPr lang="ja-JP" altLang="en-US" sz="1800">
                <a:latin typeface="Yu Gothic"/>
                <a:ea typeface="Yu Gothic"/>
                <a:cs typeface="Yu Gothic"/>
              </a:rPr>
              <a:t>従来：</a:t>
            </a:r>
            <a:r>
              <a:rPr lang="en-US" altLang="ja-JP" sz="1800" dirty="0">
                <a:latin typeface="Yu Gothic"/>
                <a:ea typeface="Yu Gothic"/>
                <a:cs typeface="Yu Gothic"/>
              </a:rPr>
              <a:t>1</a:t>
            </a:r>
            <a:r>
              <a:rPr lang="ja-JP" altLang="en-US" sz="1800">
                <a:latin typeface="Yu Gothic"/>
                <a:ea typeface="Yu Gothic"/>
                <a:cs typeface="Yu Gothic"/>
              </a:rPr>
              <a:t>つの更新ルールを固定的に適用</a:t>
            </a:r>
          </a:p>
          <a:p>
            <a:pPr marL="342900" indent="-342900">
              <a:buFont typeface="Wingdings" pitchFamily="2" charset="2"/>
              <a:buChar char="n"/>
            </a:pPr>
            <a:endParaRPr lang="ja-JP" altLang="en-US" sz="1800">
              <a:latin typeface="Yu Gothic"/>
              <a:ea typeface="Yu Gothic"/>
              <a:cs typeface="Yu Gothic"/>
            </a:endParaRPr>
          </a:p>
          <a:p>
            <a:pPr marL="342900" indent="-342900">
              <a:buFont typeface="Wingdings" pitchFamily="2" charset="2"/>
              <a:buChar char="n"/>
            </a:pPr>
            <a:r>
              <a:rPr lang="ja-JP" altLang="en-US" sz="1800">
                <a:latin typeface="Yu Gothic"/>
                <a:ea typeface="Yu Gothic"/>
                <a:cs typeface="Yu Gothic"/>
              </a:rPr>
              <a:t>提案：複数の候補更新を用意し，採用前に </a:t>
            </a:r>
            <a:r>
              <a:rPr lang="en-US" altLang="ja-JP" sz="1800" dirty="0">
                <a:latin typeface="Yu Gothic"/>
                <a:ea typeface="Yu Gothic"/>
                <a:cs typeface="Yu Gothic"/>
              </a:rPr>
              <a:t>replay buffer </a:t>
            </a:r>
            <a:r>
              <a:rPr lang="ja-JP" altLang="en-US" sz="1800">
                <a:latin typeface="Yu Gothic"/>
                <a:ea typeface="Yu Gothic"/>
                <a:cs typeface="Yu Gothic"/>
              </a:rPr>
              <a:t>上で安全性を確認する</a:t>
            </a:r>
            <a:endParaRPr lang="en-US" altLang="ja-JP" sz="1800" dirty="0">
              <a:latin typeface="Yu Gothic"/>
              <a:ea typeface="Yu Gothic"/>
              <a:cs typeface="Yu Gothic"/>
            </a:endParaRPr>
          </a:p>
          <a:p>
            <a:pPr marL="0" indent="0">
              <a:buNone/>
            </a:pPr>
            <a:endParaRPr lang="en-US" sz="1850" dirty="0">
              <a:latin typeface="Yu Gothic" panose="020B0400000000000000" pitchFamily="34" charset="-128"/>
              <a:ea typeface="Yu Gothic" panose="020B0400000000000000" pitchFamily="34" charset="-128"/>
              <a:cs typeface="Yu Gothic"/>
            </a:endParaRPr>
          </a:p>
        </p:txBody>
      </p:sp>
      <p:sp>
        <p:nvSpPr>
          <p:cNvPr id="5" name="正方形/長方形 4">
            <a:extLst>
              <a:ext uri="{FF2B5EF4-FFF2-40B4-BE49-F238E27FC236}">
                <a16:creationId xmlns:a16="http://schemas.microsoft.com/office/drawing/2014/main" id="{E9C7D11E-6306-FCF3-4384-0A029A188FD3}"/>
              </a:ext>
            </a:extLst>
          </p:cNvPr>
          <p:cNvSpPr/>
          <p:nvPr/>
        </p:nvSpPr>
        <p:spPr>
          <a:xfrm>
            <a:off x="3816796" y="5272216"/>
            <a:ext cx="3234795" cy="3633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latin typeface="Yu Gothic"/>
                <a:ea typeface="Yu Gothic"/>
                <a:cs typeface="Yu Gothic"/>
              </a:rPr>
              <a:t>固定更新から，検証して選ぶ更新へ拡張する。</a:t>
            </a:r>
            <a:endParaRPr kumimoji="1" lang="ja-JP" altLang="en-US" sz="1200">
              <a:latin typeface="Yu Gothic"/>
              <a:ea typeface="Yu Gothic"/>
              <a:cs typeface="Yu Gothic"/>
            </a:endParaRPr>
          </a:p>
        </p:txBody>
      </p:sp>
      <p:pic>
        <p:nvPicPr>
          <p:cNvPr id="10" name="Image 0" descr="/mnt/data/ChatGPT Image 2026年5月8日 16_35_22(1).png">
            <a:extLst>
              <a:ext uri="{FF2B5EF4-FFF2-40B4-BE49-F238E27FC236}">
                <a16:creationId xmlns:a16="http://schemas.microsoft.com/office/drawing/2014/main" id="{2FF53C38-8213-B9C9-C47E-56CF24521B3E}"/>
              </a:ext>
            </a:extLst>
          </p:cNvPr>
          <p:cNvPicPr>
            <a:picLocks noChangeAspect="1"/>
          </p:cNvPicPr>
          <p:nvPr/>
        </p:nvPicPr>
        <p:blipFill>
          <a:blip r:embed="rId3"/>
          <a:srcRect l="250" t="1049" r="500" b="2336"/>
          <a:stretch/>
        </p:blipFill>
        <p:spPr>
          <a:xfrm>
            <a:off x="2189230" y="2235279"/>
            <a:ext cx="7203654" cy="39466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706956B-0D96-6C1E-DB19-8E515C1513A3}"/>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8</a:t>
            </a:fld>
            <a:endParaRPr lang="en-US">
              <a:latin typeface="Yu Gothic"/>
              <a:ea typeface="Yu Gothic"/>
              <a:cs typeface="Yu Gothic"/>
            </a:endParaRPr>
          </a:p>
        </p:txBody>
      </p:sp>
      <p:sp>
        <p:nvSpPr>
          <p:cNvPr id="3" name="Text 0">
            <a:extLst>
              <a:ext uri="{FF2B5EF4-FFF2-40B4-BE49-F238E27FC236}">
                <a16:creationId xmlns:a16="http://schemas.microsoft.com/office/drawing/2014/main" id="{66A46D01-AB5B-0056-9F49-5FC3C90AB32A}"/>
              </a:ext>
            </a:extLst>
          </p:cNvPr>
          <p:cNvSpPr/>
          <p:nvPr/>
        </p:nvSpPr>
        <p:spPr>
          <a:xfrm>
            <a:off x="502919" y="182880"/>
            <a:ext cx="9369213" cy="502920"/>
          </a:xfrm>
          <a:prstGeom prst="rect">
            <a:avLst/>
          </a:prstGeom>
          <a:noFill/>
          <a:ln/>
        </p:spPr>
        <p:txBody>
          <a:bodyPr wrap="square" lIns="0" tIns="0" rIns="0" bIns="0" rtlCol="0" anchor="ctr">
            <a:normAutofit fontScale="92500"/>
          </a:bodyPr>
          <a:lstStyle/>
          <a:p>
            <a:r>
              <a:rPr lang="ja-JP" altLang="en-US" sz="2000" b="1">
                <a:solidFill>
                  <a:srgbClr val="141414"/>
                </a:solidFill>
                <a:latin typeface="Yu Gothic"/>
              </a:rPr>
              <a:t>各</a:t>
            </a:r>
            <a:r>
              <a:rPr lang="en" altLang="ja-JP" sz="2000" b="1" dirty="0">
                <a:solidFill>
                  <a:srgbClr val="141414"/>
                </a:solidFill>
                <a:latin typeface="Yu Gothic"/>
              </a:rPr>
              <a:t>trial</a:t>
            </a:r>
            <a:r>
              <a:rPr lang="ja-JP" altLang="en-US" sz="2000" b="1">
                <a:solidFill>
                  <a:srgbClr val="141414"/>
                </a:solidFill>
                <a:latin typeface="Yu Gothic"/>
              </a:rPr>
              <a:t>で候補更新を一時的に試し，</a:t>
            </a:r>
            <a:r>
              <a:rPr lang="en" altLang="ja-JP" sz="2000" b="1" dirty="0">
                <a:solidFill>
                  <a:srgbClr val="141414"/>
                </a:solidFill>
                <a:latin typeface="Yu Gothic"/>
              </a:rPr>
              <a:t>replay buffer</a:t>
            </a:r>
            <a:r>
              <a:rPr lang="ja-JP" altLang="en-US" sz="2000" b="1">
                <a:solidFill>
                  <a:srgbClr val="141414"/>
                </a:solidFill>
                <a:latin typeface="Yu Gothic"/>
              </a:rPr>
              <a:t>上で悪化しない候補だけを採用する</a:t>
            </a:r>
          </a:p>
        </p:txBody>
      </p:sp>
      <p:pic>
        <p:nvPicPr>
          <p:cNvPr id="7" name="図 6" descr="ダイアグラム&#10;&#10;自動的に生成された説明">
            <a:extLst>
              <a:ext uri="{FF2B5EF4-FFF2-40B4-BE49-F238E27FC236}">
                <a16:creationId xmlns:a16="http://schemas.microsoft.com/office/drawing/2014/main" id="{6ED6F177-5B28-2916-D236-2FA6AB7076AE}"/>
              </a:ext>
            </a:extLst>
          </p:cNvPr>
          <p:cNvPicPr>
            <a:picLocks noChangeAspect="1"/>
          </p:cNvPicPr>
          <p:nvPr/>
        </p:nvPicPr>
        <p:blipFill>
          <a:blip r:embed="rId3"/>
          <a:stretch>
            <a:fillRect/>
          </a:stretch>
        </p:blipFill>
        <p:spPr>
          <a:xfrm>
            <a:off x="667084" y="878593"/>
            <a:ext cx="10073105" cy="5663108"/>
          </a:xfrm>
          <a:prstGeom prst="rect">
            <a:avLst/>
          </a:prstGeom>
        </p:spPr>
      </p:pic>
    </p:spTree>
    <p:extLst>
      <p:ext uri="{BB962C8B-B14F-4D97-AF65-F5344CB8AC3E}">
        <p14:creationId xmlns:p14="http://schemas.microsoft.com/office/powerpoint/2010/main" val="3578433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fontScale="85000" lnSpcReduction="10000"/>
          </a:bodyPr>
          <a:lstStyle/>
          <a:p>
            <a:pPr marL="0" indent="0">
              <a:buNone/>
            </a:pPr>
            <a:r>
              <a:rPr lang="en-US" sz="2600" b="1" dirty="0" err="1">
                <a:latin typeface="Yu Gothic" panose="020B0400000000000000" pitchFamily="34" charset="-128"/>
                <a:ea typeface="Yu Gothic" panose="020B0400000000000000" pitchFamily="34" charset="-128"/>
                <a:cs typeface="Yu Gothic"/>
              </a:rPr>
              <a:t>replay_safe_uniform</a:t>
            </a:r>
            <a:r>
              <a:rPr lang="en-US" sz="2600" b="1" dirty="0">
                <a:latin typeface="Yu Gothic" panose="020B0400000000000000" pitchFamily="34" charset="-128"/>
                <a:ea typeface="Yu Gothic" panose="020B0400000000000000" pitchFamily="34" charset="-128"/>
                <a:cs typeface="Yu Gothic"/>
              </a:rPr>
              <a:t> </a:t>
            </a:r>
            <a:r>
              <a:rPr lang="ja-JP" altLang="en-US" sz="2600" b="1">
                <a:latin typeface="Yu Gothic" panose="020B0400000000000000" pitchFamily="34" charset="-128"/>
                <a:ea typeface="Yu Gothic" panose="020B0400000000000000" pitchFamily="34" charset="-128"/>
                <a:cs typeface="Yu Gothic"/>
              </a:rPr>
              <a:t>は，</a:t>
            </a:r>
            <a:r>
              <a:rPr lang="en-US" altLang="ja-JP" sz="2600" b="1" dirty="0">
                <a:latin typeface="Yu Gothic" panose="020B0400000000000000" pitchFamily="34" charset="-128"/>
                <a:ea typeface="Yu Gothic" panose="020B0400000000000000" pitchFamily="34" charset="-128"/>
                <a:cs typeface="Yu Gothic"/>
              </a:rPr>
              <a:t>0.5</a:t>
            </a:r>
            <a:r>
              <a:rPr lang="en-US" sz="2600" b="1" dirty="0">
                <a:latin typeface="Yu Gothic" panose="020B0400000000000000" pitchFamily="34" charset="-128"/>
                <a:ea typeface="Yu Gothic" panose="020B0400000000000000" pitchFamily="34" charset="-128"/>
                <a:cs typeface="Yu Gothic"/>
              </a:rPr>
              <a:t>pp</a:t>
            </a:r>
            <a:r>
              <a:rPr lang="ja-JP" altLang="en-US" sz="2600" b="1">
                <a:latin typeface="Yu Gothic" panose="020B0400000000000000" pitchFamily="34" charset="-128"/>
                <a:ea typeface="Yu Gothic" panose="020B0400000000000000" pitchFamily="34" charset="-128"/>
                <a:cs typeface="Yu Gothic"/>
              </a:rPr>
              <a:t>以上悪化した被験者を出していない</a:t>
            </a:r>
            <a:endParaRPr lang="en-US" sz="2600" b="1" dirty="0">
              <a:latin typeface="Yu Gothic" panose="020B0400000000000000" pitchFamily="34" charset="-128"/>
              <a:ea typeface="Yu Gothic" panose="020B0400000000000000" pitchFamily="34" charset="-128"/>
              <a:cs typeface="Yu Gothic"/>
            </a:endParaRPr>
          </a:p>
        </p:txBody>
      </p:sp>
      <p:pic>
        <p:nvPicPr>
          <p:cNvPr id="4" name="Image 0" descr="/mnt/data/fig_per_subject_delta(1).png"/>
          <p:cNvPicPr>
            <a:picLocks noChangeAspect="1"/>
          </p:cNvPicPr>
          <p:nvPr/>
        </p:nvPicPr>
        <p:blipFill>
          <a:blip r:embed="rId3"/>
          <a:stretch>
            <a:fillRect/>
          </a:stretch>
        </p:blipFill>
        <p:spPr>
          <a:xfrm>
            <a:off x="548640" y="1103430"/>
            <a:ext cx="10671295" cy="4696859"/>
          </a:xfrm>
          <a:prstGeom prst="rect">
            <a:avLst/>
          </a:prstGeom>
        </p:spPr>
      </p:pic>
      <p:sp>
        <p:nvSpPr>
          <p:cNvPr id="5" name="Text 2"/>
          <p:cNvSpPr/>
          <p:nvPr/>
        </p:nvSpPr>
        <p:spPr>
          <a:xfrm>
            <a:off x="749808" y="6181344"/>
            <a:ext cx="10561320" cy="329184"/>
          </a:xfrm>
          <a:prstGeom prst="rect">
            <a:avLst/>
          </a:prstGeom>
          <a:solidFill>
            <a:srgbClr val="F3F8FF"/>
          </a:solidFill>
          <a:ln w="7620">
            <a:solidFill>
              <a:srgbClr val="0E55B5">
                <a:alpha val="80000"/>
              </a:srgbClr>
            </a:solidFill>
          </a:ln>
        </p:spPr>
        <p:txBody>
          <a:bodyPr wrap="square" lIns="762" tIns="1524" rIns="1524" bIns="762" rtlCol="0" anchor="ctr">
            <a:normAutofit/>
          </a:bodyPr>
          <a:lstStyle/>
          <a:p>
            <a:pPr marL="0" indent="0" algn="ctr">
              <a:buNone/>
            </a:pPr>
            <a:r>
              <a:rPr lang="ja-JP" altLang="en-US" sz="1550" b="1">
                <a:latin typeface="Yu Gothic"/>
                <a:ea typeface="Yu Gothic"/>
                <a:cs typeface="Yu Gothic"/>
              </a:rPr>
              <a:t>平均改善を示しつつ，被験者単位の大きな悪化を抑えられている。</a:t>
            </a:r>
            <a:endParaRPr lang="en-US" sz="1550" b="1" dirty="0">
              <a:latin typeface="Yu Gothic"/>
              <a:ea typeface="Yu Gothic"/>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3:wrappingTextBoxFlag xmlns="" xmlns:ns3="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9</a:t>
            </a:fld>
            <a:endParaRPr lang="en-US">
              <a:latin typeface="Yu Gothic"/>
              <a:ea typeface="Yu Gothic"/>
              <a:cs typeface="Yu Gothic"/>
            </a:endParaRPr>
          </a:p>
        </p:txBody>
      </p:sp>
      <p:sp>
        <p:nvSpPr>
          <p:cNvPr id="3" name="テキスト ボックス 2">
            <a:extLst>
              <a:ext uri="{FF2B5EF4-FFF2-40B4-BE49-F238E27FC236}">
                <a16:creationId xmlns:a16="http://schemas.microsoft.com/office/drawing/2014/main" id="{CDEAB544-19E1-AF60-03BA-65B3FB68DB2E}"/>
              </a:ext>
            </a:extLst>
          </p:cNvPr>
          <p:cNvSpPr txBox="1"/>
          <p:nvPr/>
        </p:nvSpPr>
        <p:spPr>
          <a:xfrm>
            <a:off x="3938337" y="5716069"/>
            <a:ext cx="4839786" cy="369332"/>
          </a:xfrm>
          <a:prstGeom prst="rect">
            <a:avLst/>
          </a:prstGeom>
          <a:noFill/>
        </p:spPr>
        <p:txBody>
          <a:bodyPr wrap="none" rtlCol="0">
            <a:spAutoFit/>
          </a:bodyPr>
          <a:lstStyle/>
          <a:p>
            <a:r>
              <a:rPr kumimoji="1" lang="ja-JP" altLang="en-US"/>
              <a:t>図</a:t>
            </a:r>
            <a:r>
              <a:rPr kumimoji="1" lang="en-US" altLang="ja-JP" dirty="0"/>
              <a:t>. </a:t>
            </a:r>
            <a:r>
              <a:rPr lang="en" altLang="ja-JP" dirty="0" err="1"/>
              <a:t>replay_safe_uniform</a:t>
            </a:r>
            <a:r>
              <a:rPr lang="en" altLang="ja-JP" dirty="0"/>
              <a:t> </a:t>
            </a:r>
            <a:r>
              <a:rPr lang="ja-JP" altLang="en-US"/>
              <a:t>の被験者別精度変化</a:t>
            </a:r>
            <a:endParaRPr kumimoji="1" lang="ja-JP"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82880"/>
            <a:ext cx="9306098" cy="502920"/>
          </a:xfrm>
          <a:prstGeom prst="rect">
            <a:avLst/>
          </a:prstGeom>
          <a:noFill/>
          <a:ln/>
        </p:spPr>
        <p:txBody>
          <a:bodyPr wrap="square" lIns="0" tIns="0" rIns="0" bIns="0" rtlCol="0" anchor="ctr">
            <a:noAutofit/>
          </a:bodyPr>
          <a:lstStyle/>
          <a:p>
            <a:r>
              <a:rPr lang="ja-JP" altLang="en-US" sz="2200" b="1">
                <a:latin typeface="Yu Gothic"/>
                <a:ea typeface="Yu Gothic"/>
                <a:cs typeface="Yu Gothic"/>
              </a:rPr>
              <a:t>補正力と選択精度を高</a:t>
            </a:r>
            <a:r>
              <a:rPr lang="ja-JP" altLang="en-US" sz="2200" b="1"/>
              <a:t>めたい</a:t>
            </a:r>
            <a:endParaRPr lang="en-US" altLang="ja-JP" sz="2200" b="1" dirty="0">
              <a:latin typeface="Yu Gothic"/>
              <a:ea typeface="Yu Gothic"/>
              <a:cs typeface="Yu Gothic"/>
            </a:endParaRP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 xmlns:a16="http://schemas.microsoft.com/office/drawing/2014/main" xmlns:ns2="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10</a:t>
            </a:fld>
            <a:endParaRPr lang="en-US">
              <a:latin typeface="Yu Gothic"/>
              <a:ea typeface="Yu Gothic"/>
              <a:cs typeface="Yu Gothic"/>
            </a:endParaRPr>
          </a:p>
        </p:txBody>
      </p:sp>
      <p:sp>
        <p:nvSpPr>
          <p:cNvPr id="4" name="Rounded Rectangle 3">
            <a:extLst>
              <a:ext uri="{FF2B5EF4-FFF2-40B4-BE49-F238E27FC236}">
                <a16:creationId xmlns:a16="http://schemas.microsoft.com/office/drawing/2014/main" id="{6EE8BAE2-E039-BC1D-A53F-5084DD07F20C}"/>
              </a:ext>
            </a:extLst>
          </p:cNvPr>
          <p:cNvSpPr/>
          <p:nvPr/>
        </p:nvSpPr>
        <p:spPr>
          <a:xfrm>
            <a:off x="786384" y="1142840"/>
            <a:ext cx="9052560" cy="548640"/>
          </a:xfrm>
          <a:prstGeom prst="roundRect">
            <a:avLst/>
          </a:prstGeom>
          <a:solidFill>
            <a:srgbClr val="F6F7F9"/>
          </a:solidFill>
          <a:ln w="13970">
            <a:solidFill>
              <a:srgbClr val="192B5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dirty="0" err="1">
                <a:solidFill>
                  <a:srgbClr val="192B59"/>
                </a:solidFill>
                <a:latin typeface="Yu Gothic"/>
              </a:rPr>
              <a:t>方針：補正力を上げるだけでなく</a:t>
            </a:r>
            <a:r>
              <a:rPr sz="1500" b="1" dirty="0">
                <a:solidFill>
                  <a:srgbClr val="192B59"/>
                </a:solidFill>
                <a:latin typeface="Yu Gothic"/>
              </a:rPr>
              <a:t>，「</a:t>
            </a:r>
            <a:r>
              <a:rPr sz="1500" b="1" dirty="0" err="1">
                <a:solidFill>
                  <a:srgbClr val="192B59"/>
                </a:solidFill>
                <a:latin typeface="Yu Gothic"/>
              </a:rPr>
              <a:t>どの候補を・どの入力で試すか」を設計する</a:t>
            </a:r>
            <a:r>
              <a:rPr sz="1500" b="1" dirty="0">
                <a:solidFill>
                  <a:srgbClr val="192B59"/>
                </a:solidFill>
                <a:latin typeface="Yu Gothic"/>
              </a:rPr>
              <a:t>。</a:t>
            </a:r>
          </a:p>
        </p:txBody>
      </p:sp>
      <p:sp>
        <p:nvSpPr>
          <p:cNvPr id="5" name="Rounded Rectangle 4">
            <a:extLst>
              <a:ext uri="{FF2B5EF4-FFF2-40B4-BE49-F238E27FC236}">
                <a16:creationId xmlns:a16="http://schemas.microsoft.com/office/drawing/2014/main" id="{76AEAD08-2B79-C4EE-B413-4127C02CC01A}"/>
              </a:ext>
            </a:extLst>
          </p:cNvPr>
          <p:cNvSpPr/>
          <p:nvPr/>
        </p:nvSpPr>
        <p:spPr>
          <a:xfrm>
            <a:off x="621792" y="2203380"/>
            <a:ext cx="3063240" cy="1732004"/>
          </a:xfrm>
          <a:prstGeom prst="roundRect">
            <a:avLst/>
          </a:prstGeom>
          <a:solidFill>
            <a:srgbClr val="EFF6FF"/>
          </a:solidFill>
          <a:ln w="17780">
            <a:solidFill>
              <a:srgbClr val="37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D39DADEB-AB8E-934C-4187-0840D165E328}"/>
              </a:ext>
            </a:extLst>
          </p:cNvPr>
          <p:cNvSpPr/>
          <p:nvPr/>
        </p:nvSpPr>
        <p:spPr>
          <a:xfrm>
            <a:off x="786384" y="2367972"/>
            <a:ext cx="2734056" cy="420624"/>
          </a:xfrm>
          <a:prstGeom prst="roundRect">
            <a:avLst/>
          </a:prstGeom>
          <a:solidFill>
            <a:srgbClr val="3766BE"/>
          </a:solidFill>
          <a:ln>
            <a:solidFill>
              <a:srgbClr val="376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Yu Gothic"/>
              </a:rPr>
              <a:t>1. 候補を強くする</a:t>
            </a:r>
          </a:p>
        </p:txBody>
      </p:sp>
      <p:sp>
        <p:nvSpPr>
          <p:cNvPr id="7" name="TextBox 6">
            <a:extLst>
              <a:ext uri="{FF2B5EF4-FFF2-40B4-BE49-F238E27FC236}">
                <a16:creationId xmlns:a16="http://schemas.microsoft.com/office/drawing/2014/main" id="{665801F1-31F5-F752-94E2-5FB7692856A8}"/>
              </a:ext>
            </a:extLst>
          </p:cNvPr>
          <p:cNvSpPr txBox="1"/>
          <p:nvPr/>
        </p:nvSpPr>
        <p:spPr>
          <a:xfrm>
            <a:off x="786384" y="2953188"/>
            <a:ext cx="2807208" cy="553998"/>
          </a:xfrm>
          <a:prstGeom prst="rect">
            <a:avLst/>
          </a:prstGeom>
          <a:noFill/>
        </p:spPr>
        <p:txBody>
          <a:bodyPr wrap="square">
            <a:spAutoFit/>
          </a:bodyPr>
          <a:lstStyle/>
          <a:p>
            <a:pPr>
              <a:spcAft>
                <a:spcPts val="600"/>
              </a:spcAft>
            </a:pPr>
            <a:r>
              <a:rPr sz="1250" dirty="0">
                <a:solidFill>
                  <a:srgbClr val="161616"/>
                </a:solidFill>
                <a:latin typeface="Yu Gothic"/>
              </a:rPr>
              <a:t>・</a:t>
            </a:r>
            <a:r>
              <a:rPr sz="1250" dirty="0" err="1">
                <a:solidFill>
                  <a:srgbClr val="161616"/>
                </a:solidFill>
                <a:latin typeface="Yu Gothic"/>
              </a:rPr>
              <a:t>論文調査の補正器を候補化</a:t>
            </a:r>
            <a:endParaRPr sz="1250" dirty="0">
              <a:solidFill>
                <a:srgbClr val="161616"/>
              </a:solidFill>
              <a:latin typeface="Yu Gothic"/>
            </a:endParaRPr>
          </a:p>
          <a:p>
            <a:pPr>
              <a:spcAft>
                <a:spcPts val="600"/>
              </a:spcAft>
            </a:pPr>
            <a:r>
              <a:rPr sz="1250" dirty="0">
                <a:solidFill>
                  <a:srgbClr val="161616"/>
                </a:solidFill>
                <a:latin typeface="Yu Gothic"/>
              </a:rPr>
              <a:t>・</a:t>
            </a:r>
            <a:r>
              <a:rPr sz="1250" dirty="0" err="1">
                <a:solidFill>
                  <a:srgbClr val="161616"/>
                </a:solidFill>
                <a:latin typeface="Yu Gothic"/>
              </a:rPr>
              <a:t>精度改善の根拠がある候補に絞る</a:t>
            </a:r>
            <a:endParaRPr sz="1250" dirty="0">
              <a:solidFill>
                <a:srgbClr val="161616"/>
              </a:solidFill>
              <a:latin typeface="Yu Gothic"/>
            </a:endParaRPr>
          </a:p>
        </p:txBody>
      </p:sp>
      <p:sp>
        <p:nvSpPr>
          <p:cNvPr id="9" name="Rounded Rectangle 8">
            <a:extLst>
              <a:ext uri="{FF2B5EF4-FFF2-40B4-BE49-F238E27FC236}">
                <a16:creationId xmlns:a16="http://schemas.microsoft.com/office/drawing/2014/main" id="{E5973F91-42B5-65D9-D9A7-A124FE474972}"/>
              </a:ext>
            </a:extLst>
          </p:cNvPr>
          <p:cNvSpPr/>
          <p:nvPr/>
        </p:nvSpPr>
        <p:spPr>
          <a:xfrm>
            <a:off x="3941064" y="2203380"/>
            <a:ext cx="3063240" cy="1732004"/>
          </a:xfrm>
          <a:prstGeom prst="roundRect">
            <a:avLst/>
          </a:prstGeom>
          <a:solidFill>
            <a:srgbClr val="FFF6EC"/>
          </a:solidFill>
          <a:ln w="17780">
            <a:solidFill>
              <a:srgbClr val="E082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6135E6AE-7193-303D-8C2B-4C56CB65025B}"/>
              </a:ext>
            </a:extLst>
          </p:cNvPr>
          <p:cNvSpPr/>
          <p:nvPr/>
        </p:nvSpPr>
        <p:spPr>
          <a:xfrm>
            <a:off x="4105656" y="2367972"/>
            <a:ext cx="2734056" cy="420624"/>
          </a:xfrm>
          <a:prstGeom prst="roundRect">
            <a:avLst/>
          </a:prstGeom>
          <a:solidFill>
            <a:srgbClr val="E08236"/>
          </a:solidFill>
          <a:ln>
            <a:solidFill>
              <a:srgbClr val="E0823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Yu Gothic"/>
              </a:rPr>
              <a:t>2. 選択ロジックを改善</a:t>
            </a:r>
          </a:p>
        </p:txBody>
      </p:sp>
      <p:sp>
        <p:nvSpPr>
          <p:cNvPr id="11" name="TextBox 10">
            <a:extLst>
              <a:ext uri="{FF2B5EF4-FFF2-40B4-BE49-F238E27FC236}">
                <a16:creationId xmlns:a16="http://schemas.microsoft.com/office/drawing/2014/main" id="{E4A97798-FD88-F4A6-902F-595783352DE1}"/>
              </a:ext>
            </a:extLst>
          </p:cNvPr>
          <p:cNvSpPr txBox="1"/>
          <p:nvPr/>
        </p:nvSpPr>
        <p:spPr>
          <a:xfrm>
            <a:off x="4105656" y="2962652"/>
            <a:ext cx="2957683" cy="553998"/>
          </a:xfrm>
          <a:prstGeom prst="rect">
            <a:avLst/>
          </a:prstGeom>
          <a:noFill/>
        </p:spPr>
        <p:txBody>
          <a:bodyPr wrap="square">
            <a:spAutoFit/>
          </a:bodyPr>
          <a:lstStyle/>
          <a:p>
            <a:pPr>
              <a:spcAft>
                <a:spcPts val="600"/>
              </a:spcAft>
            </a:pPr>
            <a:r>
              <a:rPr sz="1250" dirty="0">
                <a:solidFill>
                  <a:srgbClr val="161616"/>
                </a:solidFill>
                <a:latin typeface="Yu Gothic"/>
              </a:rPr>
              <a:t>・</a:t>
            </a:r>
            <a:r>
              <a:rPr sz="1250" dirty="0" err="1">
                <a:solidFill>
                  <a:srgbClr val="161616"/>
                </a:solidFill>
                <a:latin typeface="Yu Gothic"/>
              </a:rPr>
              <a:t>候補ごとの責務を分ける</a:t>
            </a:r>
            <a:endParaRPr sz="1250" dirty="0">
              <a:solidFill>
                <a:srgbClr val="161616"/>
              </a:solidFill>
              <a:latin typeface="Yu Gothic"/>
            </a:endParaRPr>
          </a:p>
          <a:p>
            <a:pPr>
              <a:spcAft>
                <a:spcPts val="600"/>
              </a:spcAft>
            </a:pPr>
            <a:r>
              <a:rPr sz="1250" dirty="0">
                <a:solidFill>
                  <a:srgbClr val="161616"/>
                </a:solidFill>
                <a:latin typeface="Yu Gothic"/>
              </a:rPr>
              <a:t>・</a:t>
            </a:r>
            <a:r>
              <a:rPr sz="1250" dirty="0" err="1">
                <a:solidFill>
                  <a:srgbClr val="161616"/>
                </a:solidFill>
                <a:latin typeface="Yu Gothic"/>
              </a:rPr>
              <a:t>sim_score・閾値・優先順位を設計</a:t>
            </a:r>
            <a:endParaRPr sz="1250" dirty="0">
              <a:solidFill>
                <a:srgbClr val="161616"/>
              </a:solidFill>
              <a:latin typeface="Yu Gothic"/>
            </a:endParaRPr>
          </a:p>
        </p:txBody>
      </p:sp>
      <p:sp>
        <p:nvSpPr>
          <p:cNvPr id="13" name="Rounded Rectangle 12">
            <a:extLst>
              <a:ext uri="{FF2B5EF4-FFF2-40B4-BE49-F238E27FC236}">
                <a16:creationId xmlns:a16="http://schemas.microsoft.com/office/drawing/2014/main" id="{FF63F0FC-622B-9AB9-CC64-40B195AA768D}"/>
              </a:ext>
            </a:extLst>
          </p:cNvPr>
          <p:cNvSpPr/>
          <p:nvPr/>
        </p:nvSpPr>
        <p:spPr>
          <a:xfrm>
            <a:off x="7260336" y="2203380"/>
            <a:ext cx="3063240" cy="1732004"/>
          </a:xfrm>
          <a:prstGeom prst="roundRect">
            <a:avLst/>
          </a:prstGeom>
          <a:solidFill>
            <a:srgbClr val="EFF9F3"/>
          </a:solidFill>
          <a:ln w="17780">
            <a:solidFill>
              <a:srgbClr val="3C91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a:extLst>
              <a:ext uri="{FF2B5EF4-FFF2-40B4-BE49-F238E27FC236}">
                <a16:creationId xmlns:a16="http://schemas.microsoft.com/office/drawing/2014/main" id="{41952BAE-18EC-1EF1-FF6B-B2BEA3F8D717}"/>
              </a:ext>
            </a:extLst>
          </p:cNvPr>
          <p:cNvSpPr/>
          <p:nvPr/>
        </p:nvSpPr>
        <p:spPr>
          <a:xfrm>
            <a:off x="7424928" y="2367972"/>
            <a:ext cx="2734056" cy="420624"/>
          </a:xfrm>
          <a:prstGeom prst="roundRect">
            <a:avLst/>
          </a:prstGeom>
          <a:solidFill>
            <a:srgbClr val="3C915E"/>
          </a:solidFill>
          <a:ln>
            <a:solidFill>
              <a:srgbClr val="3C915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dirty="0">
                <a:solidFill>
                  <a:srgbClr val="FFFFFF"/>
                </a:solidFill>
                <a:latin typeface="Yu Gothic"/>
              </a:rPr>
              <a:t>3. </a:t>
            </a:r>
            <a:r>
              <a:rPr sz="1500" b="1" dirty="0" err="1">
                <a:solidFill>
                  <a:srgbClr val="FFFFFF"/>
                </a:solidFill>
                <a:latin typeface="Yu Gothic"/>
              </a:rPr>
              <a:t>適応対象を絞る</a:t>
            </a:r>
            <a:endParaRPr sz="1500" b="1" dirty="0">
              <a:solidFill>
                <a:srgbClr val="FFFFFF"/>
              </a:solidFill>
              <a:latin typeface="Yu Gothic"/>
            </a:endParaRPr>
          </a:p>
        </p:txBody>
      </p:sp>
      <p:sp>
        <p:nvSpPr>
          <p:cNvPr id="15" name="TextBox 14">
            <a:extLst>
              <a:ext uri="{FF2B5EF4-FFF2-40B4-BE49-F238E27FC236}">
                <a16:creationId xmlns:a16="http://schemas.microsoft.com/office/drawing/2014/main" id="{6D53E526-FDDA-DCB3-3CE6-358B4D392482}"/>
              </a:ext>
            </a:extLst>
          </p:cNvPr>
          <p:cNvSpPr txBox="1"/>
          <p:nvPr/>
        </p:nvSpPr>
        <p:spPr>
          <a:xfrm>
            <a:off x="7404555" y="2962652"/>
            <a:ext cx="2919021" cy="553998"/>
          </a:xfrm>
          <a:prstGeom prst="rect">
            <a:avLst/>
          </a:prstGeom>
          <a:noFill/>
        </p:spPr>
        <p:txBody>
          <a:bodyPr wrap="square">
            <a:spAutoFit/>
          </a:bodyPr>
          <a:lstStyle/>
          <a:p>
            <a:pPr>
              <a:spcAft>
                <a:spcPts val="600"/>
              </a:spcAft>
            </a:pPr>
            <a:r>
              <a:rPr sz="1250" dirty="0">
                <a:solidFill>
                  <a:srgbClr val="161616"/>
                </a:solidFill>
                <a:latin typeface="Yu Gothic"/>
              </a:rPr>
              <a:t>・</a:t>
            </a:r>
            <a:r>
              <a:rPr sz="1250" dirty="0" err="1">
                <a:solidFill>
                  <a:srgbClr val="161616"/>
                </a:solidFill>
                <a:latin typeface="Yu Gothic"/>
              </a:rPr>
              <a:t>全入力・全候補を毎回試さない</a:t>
            </a:r>
            <a:endParaRPr sz="1250" dirty="0">
              <a:solidFill>
                <a:srgbClr val="161616"/>
              </a:solidFill>
              <a:latin typeface="Yu Gothic"/>
            </a:endParaRPr>
          </a:p>
          <a:p>
            <a:pPr>
              <a:spcAft>
                <a:spcPts val="600"/>
              </a:spcAft>
            </a:pPr>
            <a:r>
              <a:rPr sz="1250" dirty="0">
                <a:solidFill>
                  <a:srgbClr val="161616"/>
                </a:solidFill>
                <a:latin typeface="Yu Gothic"/>
              </a:rPr>
              <a:t>・</a:t>
            </a:r>
            <a:r>
              <a:rPr sz="1250" dirty="0" err="1">
                <a:solidFill>
                  <a:srgbClr val="161616"/>
                </a:solidFill>
                <a:latin typeface="Yu Gothic"/>
              </a:rPr>
              <a:t>迷う入力やdrift時だけ詳しく判定</a:t>
            </a:r>
            <a:endParaRPr sz="1250" dirty="0">
              <a:solidFill>
                <a:srgbClr val="161616"/>
              </a:solidFill>
              <a:latin typeface="Yu Gothic"/>
            </a:endParaRPr>
          </a:p>
        </p:txBody>
      </p:sp>
      <p:sp>
        <p:nvSpPr>
          <p:cNvPr id="17" name="Rounded Rectangle 16">
            <a:extLst>
              <a:ext uri="{FF2B5EF4-FFF2-40B4-BE49-F238E27FC236}">
                <a16:creationId xmlns:a16="http://schemas.microsoft.com/office/drawing/2014/main" id="{8F010BA4-E5E1-0773-D2DC-5EF305B1FF67}"/>
              </a:ext>
            </a:extLst>
          </p:cNvPr>
          <p:cNvSpPr/>
          <p:nvPr/>
        </p:nvSpPr>
        <p:spPr>
          <a:xfrm>
            <a:off x="786384" y="4880811"/>
            <a:ext cx="8732520" cy="457200"/>
          </a:xfrm>
          <a:prstGeom prst="roundRect">
            <a:avLst/>
          </a:prstGeom>
          <a:solidFill>
            <a:srgbClr val="FFFFFF"/>
          </a:solidFill>
          <a:ln w="15240">
            <a:solidFill>
              <a:srgbClr val="192B5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dirty="0" err="1">
                <a:solidFill>
                  <a:srgbClr val="192B59"/>
                </a:solidFill>
                <a:latin typeface="Yu Gothic"/>
              </a:rPr>
              <a:t>最終的には，平均精度の改善・悪化抑制・低遅延を同時に満たす</a:t>
            </a:r>
            <a:r>
              <a:rPr sz="1400" b="1" dirty="0">
                <a:solidFill>
                  <a:srgbClr val="192B59"/>
                </a:solidFill>
                <a:latin typeface="Yu Gothic"/>
              </a:rPr>
              <a:t> OTTA </a:t>
            </a:r>
            <a:r>
              <a:rPr sz="1400" b="1" dirty="0" err="1">
                <a:solidFill>
                  <a:srgbClr val="192B59"/>
                </a:solidFill>
                <a:latin typeface="Yu Gothic"/>
              </a:rPr>
              <a:t>を目指す</a:t>
            </a:r>
            <a:r>
              <a:rPr sz="1400" b="1" dirty="0">
                <a:solidFill>
                  <a:srgbClr val="192B59"/>
                </a:solidFill>
                <a:latin typeface="Yu Gothic"/>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8DBFECD-84E9-DAD7-73EE-00FA8166592C}"/>
              </a:ext>
            </a:extLst>
          </p:cNvPr>
          <p:cNvSpPr>
            <a:spLocks noGrp="1"/>
          </p:cNvSpPr>
          <p:nvPr>
            <p:ph type="body" sz="quarter" idx="10"/>
          </p:nvPr>
        </p:nvSpPr>
        <p:spPr>
          <a:xfrm>
            <a:off x="1018905" y="2955451"/>
            <a:ext cx="7000970" cy="595471"/>
          </a:xfrm>
        </p:spPr>
        <p:txBody>
          <a:bodyPr/>
          <a:lstStyle/>
          <a:p>
            <a:r>
              <a:rPr lang="en-US" altLang="ja-JP" dirty="0">
                <a:solidFill>
                  <a:srgbClr val="071D49"/>
                </a:solidFill>
                <a:cs typeface="Yu Gothic" pitchFamily="34" charset="-120"/>
              </a:rPr>
              <a:t>3</a:t>
            </a:r>
            <a:r>
              <a:rPr lang="en-US" altLang="ja-JP" sz="3200" dirty="0">
                <a:solidFill>
                  <a:srgbClr val="071D49"/>
                </a:solidFill>
                <a:latin typeface="Yu Gothic" panose="020B0400000000000000" pitchFamily="34" charset="-128"/>
                <a:ea typeface="Yu Gothic" panose="020B0400000000000000" pitchFamily="34" charset="-128"/>
                <a:cs typeface="Yu Gothic" pitchFamily="34" charset="-120"/>
              </a:rPr>
              <a:t>. </a:t>
            </a:r>
            <a:r>
              <a:rPr lang="en-US" altLang="ja-JP" sz="3200" dirty="0" err="1">
                <a:solidFill>
                  <a:srgbClr val="071D49"/>
                </a:solidFill>
                <a:latin typeface="Yu Gothic" panose="020B0400000000000000" pitchFamily="34" charset="-128"/>
                <a:ea typeface="Yu Gothic" panose="020B0400000000000000" pitchFamily="34" charset="-128"/>
                <a:cs typeface="Yu Gothic" pitchFamily="34" charset="-120"/>
              </a:rPr>
              <a:t>提案</a:t>
            </a:r>
            <a:r>
              <a:rPr lang="ja-JP" altLang="en-US">
                <a:solidFill>
                  <a:srgbClr val="071D49"/>
                </a:solidFill>
                <a:cs typeface="Yu Gothic" pitchFamily="34" charset="-120"/>
              </a:rPr>
              <a:t>：</a:t>
            </a:r>
            <a:r>
              <a:rPr lang="en-US" altLang="ja-JP" dirty="0">
                <a:solidFill>
                  <a:srgbClr val="071D49"/>
                </a:solidFill>
                <a:cs typeface="Yu Gothic" pitchFamily="34" charset="-120"/>
              </a:rPr>
              <a:t>Deferred Commit-Replay</a:t>
            </a:r>
            <a:endParaRPr lang="en-US" altLang="ja-JP" sz="3200" dirty="0">
              <a:latin typeface="Yu Gothic" panose="020B0400000000000000" pitchFamily="34" charset="-128"/>
              <a:ea typeface="Yu Gothic" panose="020B0400000000000000" pitchFamily="34" charset="-128"/>
              <a:cs typeface="Yu Gothic"/>
            </a:endParaRPr>
          </a:p>
        </p:txBody>
      </p:sp>
      <p:sp>
        <p:nvSpPr>
          <p:cNvPr id="3" name="スライド番号プレースホルダー 2">
            <a:extLst>
              <a:ext uri="{FF2B5EF4-FFF2-40B4-BE49-F238E27FC236}">
                <a16:creationId xmlns:a16="http://schemas.microsoft.com/office/drawing/2014/main" id="{EE35B3C0-1B3F-0987-66FB-465A2B69724D}"/>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11</a:t>
            </a:fld>
            <a:endParaRPr lang="en-US">
              <a:latin typeface="Yu Gothic"/>
              <a:ea typeface="Yu Gothic"/>
              <a:cs typeface="Yu Gothic"/>
            </a:endParaRPr>
          </a:p>
        </p:txBody>
      </p:sp>
    </p:spTree>
    <p:extLst>
      <p:ext uri="{BB962C8B-B14F-4D97-AF65-F5344CB8AC3E}">
        <p14:creationId xmlns:p14="http://schemas.microsoft.com/office/powerpoint/2010/main" val="1481740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a:bodyPr>
          <a:lstStyle/>
          <a:p>
            <a:r>
              <a:rPr lang="ja-JP" altLang="en-US" sz="2400" b="1"/>
              <a:t>提案：</a:t>
            </a:r>
            <a:r>
              <a:rPr lang="en" altLang="ja-JP" sz="2400" b="1" dirty="0"/>
              <a:t>DC-Replay </a:t>
            </a:r>
            <a:r>
              <a:rPr lang="ja-JP" altLang="en-US" sz="2400" b="1"/>
              <a:t>の設計思想</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4:wrappingTextBoxFlag xmlns:ns4="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12</a:t>
            </a:fld>
            <a:endParaRPr lang="en-US">
              <a:latin typeface="Yu Gothic"/>
              <a:ea typeface="Yu Gothic"/>
              <a:cs typeface="Yu Gothic"/>
            </a:endParaRPr>
          </a:p>
        </p:txBody>
      </p:sp>
      <p:graphicFrame>
        <p:nvGraphicFramePr>
          <p:cNvPr id="5" name="Table 2">
            <a:extLst>
              <a:ext uri="{FF2B5EF4-FFF2-40B4-BE49-F238E27FC236}">
                <a16:creationId xmlns:a16="http://schemas.microsoft.com/office/drawing/2014/main" id="{609F110F-696B-52DD-A7D1-FC1E41CF1856}"/>
              </a:ext>
            </a:extLst>
          </p:cNvPr>
          <p:cNvGraphicFramePr>
            <a:graphicFrameLocks noGrp="1"/>
          </p:cNvGraphicFramePr>
          <p:nvPr>
            <p:extLst>
              <p:ext uri="{D42A27DB-BD31-4B8C-83A1-F6EECF244321}">
                <p14:modId xmlns:p14="http://schemas.microsoft.com/office/powerpoint/2010/main" val="3887638351"/>
              </p:ext>
            </p:extLst>
          </p:nvPr>
        </p:nvGraphicFramePr>
        <p:xfrm>
          <a:off x="868680" y="1234440"/>
          <a:ext cx="10058400" cy="20574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14350">
                <a:tc>
                  <a:txBody>
                    <a:bodyPr/>
                    <a:lstStyle/>
                    <a:p>
                      <a:pPr algn="ctr">
                        <a:defRPr sz="1310" b="1">
                          <a:solidFill>
                            <a:srgbClr val="FFFFFF"/>
                          </a:solidFill>
                          <a:latin typeface="Yu Gothic"/>
                        </a:defRPr>
                      </a:pPr>
                      <a:r>
                        <a:t>階層</a:t>
                      </a:r>
                    </a:p>
                  </a:txBody>
                  <a:tcPr marL="45720" marR="45720" marT="27432" marB="27432" anchor="ctr">
                    <a:solidFill>
                      <a:srgbClr val="1C61B5"/>
                    </a:solidFill>
                  </a:tcPr>
                </a:tc>
                <a:tc>
                  <a:txBody>
                    <a:bodyPr/>
                    <a:lstStyle/>
                    <a:p>
                      <a:pPr algn="ctr">
                        <a:defRPr sz="1310" b="1">
                          <a:solidFill>
                            <a:srgbClr val="FFFFFF"/>
                          </a:solidFill>
                          <a:latin typeface="Yu Gothic"/>
                        </a:defRPr>
                      </a:pPr>
                      <a:r>
                        <a:rPr dirty="0" err="1"/>
                        <a:t>役割</a:t>
                      </a:r>
                      <a:endParaRPr dirty="0"/>
                    </a:p>
                  </a:txBody>
                  <a:tcPr marL="45720" marR="45720" marT="27432" marB="27432" anchor="ctr">
                    <a:solidFill>
                      <a:srgbClr val="1C61B5"/>
                    </a:solidFill>
                  </a:tcPr>
                </a:tc>
                <a:tc>
                  <a:txBody>
                    <a:bodyPr/>
                    <a:lstStyle/>
                    <a:p>
                      <a:pPr algn="ctr">
                        <a:defRPr sz="1310" b="1">
                          <a:solidFill>
                            <a:srgbClr val="FFFFFF"/>
                          </a:solidFill>
                          <a:latin typeface="Yu Gothic"/>
                        </a:defRPr>
                      </a:pPr>
                      <a:r>
                        <a:t>状態</a:t>
                      </a:r>
                    </a:p>
                  </a:txBody>
                  <a:tcPr marL="45720" marR="45720" marT="27432" marB="27432" anchor="ctr">
                    <a:solidFill>
                      <a:srgbClr val="1C61B5"/>
                    </a:solidFill>
                  </a:tcPr>
                </a:tc>
                <a:tc>
                  <a:txBody>
                    <a:bodyPr/>
                    <a:lstStyle/>
                    <a:p>
                      <a:pPr algn="ctr">
                        <a:defRPr sz="1310" b="1">
                          <a:solidFill>
                            <a:srgbClr val="FFFFFF"/>
                          </a:solidFill>
                          <a:latin typeface="Yu Gothic"/>
                        </a:defRPr>
                      </a:pPr>
                      <a:r>
                        <a:t>リスク</a:t>
                      </a:r>
                    </a:p>
                  </a:txBody>
                  <a:tcPr marL="45720" marR="45720" marT="27432" marB="27432" anchor="ctr">
                    <a:solidFill>
                      <a:srgbClr val="1C61B5"/>
                    </a:solidFill>
                  </a:tcPr>
                </a:tc>
                <a:extLst>
                  <a:ext uri="{0D108BD9-81ED-4DB2-BD59-A6C34878D82A}">
                    <a16:rowId xmlns:a16="http://schemas.microsoft.com/office/drawing/2014/main" val="10000"/>
                  </a:ext>
                </a:extLst>
              </a:tr>
              <a:tr h="514350">
                <a:tc>
                  <a:txBody>
                    <a:bodyPr/>
                    <a:lstStyle/>
                    <a:p>
                      <a:pPr algn="l">
                        <a:defRPr sz="1310" b="0">
                          <a:solidFill>
                            <a:srgbClr val="1E283C"/>
                          </a:solidFill>
                          <a:latin typeface="Yu Gothic"/>
                        </a:defRPr>
                      </a:pPr>
                      <a:r>
                        <a:rPr dirty="0"/>
                        <a:t>L1 Prediction Correction</a:t>
                      </a:r>
                    </a:p>
                  </a:txBody>
                  <a:tcPr marL="45720" marR="45720" marT="27432" marB="27432" anchor="ctr">
                    <a:solidFill>
                      <a:srgbClr val="F8FBFF"/>
                    </a:solidFill>
                  </a:tcPr>
                </a:tc>
                <a:tc>
                  <a:txBody>
                    <a:bodyPr/>
                    <a:lstStyle/>
                    <a:p>
                      <a:pPr algn="ctr">
                        <a:defRPr sz="1310" b="0">
                          <a:solidFill>
                            <a:srgbClr val="1E283C"/>
                          </a:solidFill>
                          <a:latin typeface="Yu Gothic"/>
                        </a:defRPr>
                      </a:pPr>
                      <a:r>
                        <a:t>現在入力の予測を補正</a:t>
                      </a:r>
                    </a:p>
                  </a:txBody>
                  <a:tcPr marL="45720" marR="45720" marT="27432" marB="27432" anchor="ctr">
                    <a:solidFill>
                      <a:srgbClr val="F8FBFF"/>
                    </a:solidFill>
                  </a:tcPr>
                </a:tc>
                <a:tc>
                  <a:txBody>
                    <a:bodyPr/>
                    <a:lstStyle/>
                    <a:p>
                      <a:pPr algn="ctr">
                        <a:defRPr sz="1310" b="0">
                          <a:solidFill>
                            <a:srgbClr val="1E283C"/>
                          </a:solidFill>
                          <a:latin typeface="Yu Gothic"/>
                        </a:defRPr>
                      </a:pPr>
                      <a:r>
                        <a:t>ephemeral</a:t>
                      </a:r>
                    </a:p>
                  </a:txBody>
                  <a:tcPr marL="45720" marR="45720" marT="27432" marB="27432" anchor="ctr">
                    <a:solidFill>
                      <a:srgbClr val="F8FBFF"/>
                    </a:solidFill>
                  </a:tcPr>
                </a:tc>
                <a:tc>
                  <a:txBody>
                    <a:bodyPr/>
                    <a:lstStyle/>
                    <a:p>
                      <a:pPr algn="ctr">
                        <a:defRPr sz="1310" b="0">
                          <a:solidFill>
                            <a:srgbClr val="1E283C"/>
                          </a:solidFill>
                          <a:latin typeface="Yu Gothic"/>
                        </a:defRPr>
                      </a:pPr>
                      <a:r>
                        <a:t>低</a:t>
                      </a:r>
                    </a:p>
                  </a:txBody>
                  <a:tcPr marL="45720" marR="45720" marT="27432" marB="27432" anchor="ctr">
                    <a:solidFill>
                      <a:srgbClr val="F8FBFF"/>
                    </a:solidFill>
                  </a:tcPr>
                </a:tc>
                <a:extLst>
                  <a:ext uri="{0D108BD9-81ED-4DB2-BD59-A6C34878D82A}">
                    <a16:rowId xmlns:a16="http://schemas.microsoft.com/office/drawing/2014/main" val="10001"/>
                  </a:ext>
                </a:extLst>
              </a:tr>
              <a:tr h="514350">
                <a:tc>
                  <a:txBody>
                    <a:bodyPr/>
                    <a:lstStyle/>
                    <a:p>
                      <a:pPr algn="l">
                        <a:defRPr sz="1310" b="0">
                          <a:solidFill>
                            <a:srgbClr val="1E283C"/>
                          </a:solidFill>
                          <a:latin typeface="Yu Gothic"/>
                        </a:defRPr>
                      </a:pPr>
                      <a:r>
                        <a:t>L2 External Memory</a:t>
                      </a:r>
                    </a:p>
                  </a:txBody>
                  <a:tcPr marL="45720" marR="45720" marT="27432" marB="27432" anchor="ctr">
                    <a:solidFill>
                      <a:srgbClr val="FFFFFF"/>
                    </a:solidFill>
                  </a:tcPr>
                </a:tc>
                <a:tc>
                  <a:txBody>
                    <a:bodyPr/>
                    <a:lstStyle/>
                    <a:p>
                      <a:pPr algn="ctr">
                        <a:defRPr sz="1310" b="0">
                          <a:solidFill>
                            <a:srgbClr val="1E283C"/>
                          </a:solidFill>
                          <a:latin typeface="Yu Gothic"/>
                        </a:defRPr>
                      </a:pPr>
                      <a:r>
                        <a:t>target evidence を蓄積</a:t>
                      </a:r>
                    </a:p>
                  </a:txBody>
                  <a:tcPr marL="45720" marR="45720" marT="27432" marB="27432" anchor="ctr">
                    <a:solidFill>
                      <a:srgbClr val="FFFFFF"/>
                    </a:solidFill>
                  </a:tcPr>
                </a:tc>
                <a:tc>
                  <a:txBody>
                    <a:bodyPr/>
                    <a:lstStyle/>
                    <a:p>
                      <a:pPr algn="ctr">
                        <a:defRPr sz="1310" b="0">
                          <a:solidFill>
                            <a:srgbClr val="1E283C"/>
                          </a:solidFill>
                          <a:latin typeface="Yu Gothic"/>
                        </a:defRPr>
                      </a:pPr>
                      <a:r>
                        <a:t>memory</a:t>
                      </a:r>
                    </a:p>
                  </a:txBody>
                  <a:tcPr marL="45720" marR="45720" marT="27432" marB="27432" anchor="ctr">
                    <a:solidFill>
                      <a:srgbClr val="FFFFFF"/>
                    </a:solidFill>
                  </a:tcPr>
                </a:tc>
                <a:tc>
                  <a:txBody>
                    <a:bodyPr/>
                    <a:lstStyle/>
                    <a:p>
                      <a:pPr algn="ctr">
                        <a:defRPr sz="1310" b="0">
                          <a:solidFill>
                            <a:srgbClr val="1E283C"/>
                          </a:solidFill>
                          <a:latin typeface="Yu Gothic"/>
                        </a:defRPr>
                      </a:pPr>
                      <a:r>
                        <a:t>中</a:t>
                      </a:r>
                    </a:p>
                  </a:txBody>
                  <a:tcPr marL="45720" marR="45720" marT="27432" marB="27432" anchor="ctr">
                    <a:solidFill>
                      <a:srgbClr val="FFFFFF"/>
                    </a:solidFill>
                  </a:tcPr>
                </a:tc>
                <a:extLst>
                  <a:ext uri="{0D108BD9-81ED-4DB2-BD59-A6C34878D82A}">
                    <a16:rowId xmlns:a16="http://schemas.microsoft.com/office/drawing/2014/main" val="10002"/>
                  </a:ext>
                </a:extLst>
              </a:tr>
              <a:tr h="514350">
                <a:tc>
                  <a:txBody>
                    <a:bodyPr/>
                    <a:lstStyle/>
                    <a:p>
                      <a:pPr algn="l">
                        <a:defRPr sz="1310" b="0">
                          <a:solidFill>
                            <a:srgbClr val="1E283C"/>
                          </a:solidFill>
                          <a:latin typeface="Yu Gothic"/>
                        </a:defRPr>
                      </a:pPr>
                      <a:r>
                        <a:t>L3 Model-State Commit</a:t>
                      </a:r>
                    </a:p>
                  </a:txBody>
                  <a:tcPr marL="45720" marR="45720" marT="27432" marB="27432" anchor="ctr">
                    <a:solidFill>
                      <a:srgbClr val="F8FBFF"/>
                    </a:solidFill>
                  </a:tcPr>
                </a:tc>
                <a:tc>
                  <a:txBody>
                    <a:bodyPr/>
                    <a:lstStyle/>
                    <a:p>
                      <a:pPr algn="ctr">
                        <a:defRPr sz="1310" b="0">
                          <a:solidFill>
                            <a:srgbClr val="1E283C"/>
                          </a:solidFill>
                          <a:latin typeface="Yu Gothic"/>
                        </a:defRPr>
                      </a:pPr>
                      <a:r>
                        <a:t>BN/prototype/logit bias を更新</a:t>
                      </a:r>
                    </a:p>
                  </a:txBody>
                  <a:tcPr marL="45720" marR="45720" marT="27432" marB="27432" anchor="ctr">
                    <a:solidFill>
                      <a:srgbClr val="F8FBFF"/>
                    </a:solidFill>
                  </a:tcPr>
                </a:tc>
                <a:tc>
                  <a:txBody>
                    <a:bodyPr/>
                    <a:lstStyle/>
                    <a:p>
                      <a:pPr algn="ctr">
                        <a:defRPr sz="1310" b="0">
                          <a:solidFill>
                            <a:srgbClr val="1E283C"/>
                          </a:solidFill>
                          <a:latin typeface="Yu Gothic"/>
                        </a:defRPr>
                      </a:pPr>
                      <a:r>
                        <a:t>model state</a:t>
                      </a:r>
                    </a:p>
                  </a:txBody>
                  <a:tcPr marL="45720" marR="45720" marT="27432" marB="27432" anchor="ctr">
                    <a:solidFill>
                      <a:srgbClr val="F8FBFF"/>
                    </a:solidFill>
                  </a:tcPr>
                </a:tc>
                <a:tc>
                  <a:txBody>
                    <a:bodyPr/>
                    <a:lstStyle/>
                    <a:p>
                      <a:pPr algn="ctr">
                        <a:defRPr sz="1310" b="0">
                          <a:solidFill>
                            <a:srgbClr val="1E283C"/>
                          </a:solidFill>
                          <a:latin typeface="Yu Gothic"/>
                        </a:defRPr>
                      </a:pPr>
                      <a:r>
                        <a:rPr dirty="0" err="1"/>
                        <a:t>高</a:t>
                      </a:r>
                      <a:endParaRPr dirty="0"/>
                    </a:p>
                  </a:txBody>
                  <a:tcPr marL="45720" marR="45720" marT="27432" marB="27432" anchor="ctr">
                    <a:solidFill>
                      <a:srgbClr val="F8FBFF"/>
                    </a:solidFill>
                  </a:tcPr>
                </a:tc>
                <a:extLst>
                  <a:ext uri="{0D108BD9-81ED-4DB2-BD59-A6C34878D82A}">
                    <a16:rowId xmlns:a16="http://schemas.microsoft.com/office/drawing/2014/main" val="10003"/>
                  </a:ext>
                </a:extLst>
              </a:tr>
            </a:tbl>
          </a:graphicData>
        </a:graphic>
      </p:graphicFrame>
      <p:sp>
        <p:nvSpPr>
          <p:cNvPr id="6" name="Rounded Rectangle 3">
            <a:extLst>
              <a:ext uri="{FF2B5EF4-FFF2-40B4-BE49-F238E27FC236}">
                <a16:creationId xmlns:a16="http://schemas.microsoft.com/office/drawing/2014/main" id="{B6419DB4-5757-A4AC-12CF-F60FA56A02DE}"/>
              </a:ext>
            </a:extLst>
          </p:cNvPr>
          <p:cNvSpPr/>
          <p:nvPr/>
        </p:nvSpPr>
        <p:spPr>
          <a:xfrm>
            <a:off x="1371600" y="3749039"/>
            <a:ext cx="2423160" cy="749808"/>
          </a:xfrm>
          <a:prstGeom prst="roundRect">
            <a:avLst/>
          </a:prstGeom>
          <a:solidFill>
            <a:srgbClr val="EEF8FF"/>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200" b="1">
                <a:solidFill>
                  <a:srgbClr val="091637"/>
                </a:solidFill>
                <a:latin typeface="Yu Gothic"/>
              </a:defRPr>
            </a:pPr>
            <a:r>
              <a:t>L1</a:t>
            </a:r>
          </a:p>
          <a:p>
            <a:pPr algn="ctr">
              <a:lnSpc>
                <a:spcPct val="105000"/>
              </a:lnSpc>
              <a:defRPr sz="1200" b="1">
                <a:solidFill>
                  <a:srgbClr val="091637"/>
                </a:solidFill>
                <a:latin typeface="Yu Gothic"/>
              </a:defRPr>
            </a:pPr>
            <a:r>
              <a:t>一時的な予測不安定</a:t>
            </a:r>
          </a:p>
        </p:txBody>
      </p:sp>
      <p:sp>
        <p:nvSpPr>
          <p:cNvPr id="7" name="Rounded Rectangle 4">
            <a:extLst>
              <a:ext uri="{FF2B5EF4-FFF2-40B4-BE49-F238E27FC236}">
                <a16:creationId xmlns:a16="http://schemas.microsoft.com/office/drawing/2014/main" id="{066F5013-4128-D717-96CA-F236F2AFD607}"/>
              </a:ext>
            </a:extLst>
          </p:cNvPr>
          <p:cNvSpPr/>
          <p:nvPr/>
        </p:nvSpPr>
        <p:spPr>
          <a:xfrm>
            <a:off x="4709160" y="3749039"/>
            <a:ext cx="2423160" cy="749808"/>
          </a:xfrm>
          <a:prstGeom prst="roundRect">
            <a:avLst/>
          </a:prstGeom>
          <a:solidFill>
            <a:srgbClr val="EEFFF1"/>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200" b="1">
                <a:solidFill>
                  <a:srgbClr val="091637"/>
                </a:solidFill>
                <a:latin typeface="Yu Gothic"/>
              </a:defRPr>
            </a:pPr>
            <a:r>
              <a:t>L2</a:t>
            </a:r>
          </a:p>
          <a:p>
            <a:pPr algn="ctr">
              <a:lnSpc>
                <a:spcPct val="105000"/>
              </a:lnSpc>
              <a:defRPr sz="1200" b="1">
                <a:solidFill>
                  <a:srgbClr val="091637"/>
                </a:solidFill>
                <a:latin typeface="Yu Gothic"/>
              </a:defRPr>
            </a:pPr>
            <a:r>
              <a:t>信頼できる target 情報</a:t>
            </a:r>
          </a:p>
        </p:txBody>
      </p:sp>
      <p:sp>
        <p:nvSpPr>
          <p:cNvPr id="8" name="Rounded Rectangle 5">
            <a:extLst>
              <a:ext uri="{FF2B5EF4-FFF2-40B4-BE49-F238E27FC236}">
                <a16:creationId xmlns:a16="http://schemas.microsoft.com/office/drawing/2014/main" id="{915BC7F3-BEE0-C634-CA8F-63FAF17DF7A5}"/>
              </a:ext>
            </a:extLst>
          </p:cNvPr>
          <p:cNvSpPr/>
          <p:nvPr/>
        </p:nvSpPr>
        <p:spPr>
          <a:xfrm>
            <a:off x="8046720" y="3749039"/>
            <a:ext cx="2423160" cy="749808"/>
          </a:xfrm>
          <a:prstGeom prst="roundRect">
            <a:avLst/>
          </a:prstGeom>
          <a:solidFill>
            <a:srgbClr val="FFF4E8"/>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200" b="1">
                <a:solidFill>
                  <a:srgbClr val="091637"/>
                </a:solidFill>
                <a:latin typeface="Yu Gothic"/>
              </a:defRPr>
            </a:pPr>
            <a:r>
              <a:t>L3</a:t>
            </a:r>
          </a:p>
          <a:p>
            <a:pPr algn="ctr">
              <a:lnSpc>
                <a:spcPct val="105000"/>
              </a:lnSpc>
              <a:defRPr sz="1200" b="1">
                <a:solidFill>
                  <a:srgbClr val="091637"/>
                </a:solidFill>
                <a:latin typeface="Yu Gothic"/>
              </a:defRPr>
            </a:pPr>
            <a:r>
              <a:t>持続 drift だけ</a:t>
            </a:r>
          </a:p>
        </p:txBody>
      </p:sp>
      <p:sp>
        <p:nvSpPr>
          <p:cNvPr id="9" name="Rectangle 6">
            <a:extLst>
              <a:ext uri="{FF2B5EF4-FFF2-40B4-BE49-F238E27FC236}">
                <a16:creationId xmlns:a16="http://schemas.microsoft.com/office/drawing/2014/main" id="{D0605699-F28F-85B1-A546-EF73DFDF1368}"/>
              </a:ext>
            </a:extLst>
          </p:cNvPr>
          <p:cNvSpPr/>
          <p:nvPr/>
        </p:nvSpPr>
        <p:spPr>
          <a:xfrm>
            <a:off x="502920" y="5765461"/>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一時的な予測不安定は L1、信頼できる target 情報は L2、持続 drift だけ L3 で扱う。</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0553B-D3B0-94EB-85F5-75A41E3692C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3E48BC1-CEEE-0ED5-8848-0E0612C82442}"/>
              </a:ext>
            </a:extLst>
          </p:cNvPr>
          <p:cNvSpPr>
            <a:spLocks noGrp="1"/>
          </p:cNvSpPr>
          <p:nvPr>
            <p:ph type="sldNum" sz="quarter" idx="4294967295"/>
          </p:nvPr>
        </p:nvSpPr>
        <p:spPr>
          <a:xfrm>
            <a:off x="11384280" y="6510528"/>
            <a:ext cx="320040" cy="164592"/>
          </a:xfrm>
        </p:spPr>
        <p:txBody>
          <a:bodyPr/>
          <a:lstStyle/>
          <a:p>
            <a:pPr algn="r"/>
            <a:fld id="{F7021451-1387-4CA6-816F-3879F97B5CBC}" type="slidenum">
              <a:rPr lang="en-US" b="0" smtClean="0">
                <a:latin typeface="Yu Gothic"/>
                <a:ea typeface="Yu Gothic"/>
                <a:cs typeface="Yu Gothic"/>
              </a:rPr>
              <a:t>13</a:t>
            </a:fld>
            <a:endParaRPr lang="en-US">
              <a:latin typeface="Yu Gothic"/>
              <a:ea typeface="Yu Gothic"/>
              <a:cs typeface="Yu Gothic"/>
            </a:endParaRPr>
          </a:p>
        </p:txBody>
      </p:sp>
      <p:sp>
        <p:nvSpPr>
          <p:cNvPr id="3" name="Text 0">
            <a:extLst>
              <a:ext uri="{FF2B5EF4-FFF2-40B4-BE49-F238E27FC236}">
                <a16:creationId xmlns:a16="http://schemas.microsoft.com/office/drawing/2014/main" id="{5B5BC56F-0DB7-A7D7-1ED5-EB81456ECE3B}"/>
              </a:ext>
            </a:extLst>
          </p:cNvPr>
          <p:cNvSpPr/>
          <p:nvPr/>
        </p:nvSpPr>
        <p:spPr>
          <a:xfrm>
            <a:off x="502920" y="182880"/>
            <a:ext cx="9189720" cy="502920"/>
          </a:xfrm>
          <a:prstGeom prst="rect">
            <a:avLst/>
          </a:prstGeom>
          <a:noFill/>
          <a:ln/>
        </p:spPr>
        <p:txBody>
          <a:bodyPr wrap="square" lIns="0" tIns="0" rIns="0" bIns="0" rtlCol="0" anchor="ctr">
            <a:normAutofit/>
          </a:bodyPr>
          <a:lstStyle/>
          <a:p>
            <a:r>
              <a:rPr lang="en" altLang="ja-JP" sz="2400" b="1" dirty="0"/>
              <a:t>DC-Replay </a:t>
            </a:r>
            <a:r>
              <a:rPr lang="ja-JP" altLang="en-US" sz="2400" b="1"/>
              <a:t>の処理フロー</a:t>
            </a:r>
          </a:p>
        </p:txBody>
      </p:sp>
      <p:pic>
        <p:nvPicPr>
          <p:cNvPr id="6" name="Picture 2" descr="dc_replay_flow_cropped.png">
            <a:extLst>
              <a:ext uri="{FF2B5EF4-FFF2-40B4-BE49-F238E27FC236}">
                <a16:creationId xmlns:a16="http://schemas.microsoft.com/office/drawing/2014/main" id="{B5710D04-373B-D0C2-1258-2344A19EBAAE}"/>
              </a:ext>
            </a:extLst>
          </p:cNvPr>
          <p:cNvPicPr>
            <a:picLocks noChangeAspect="1"/>
          </p:cNvPicPr>
          <p:nvPr/>
        </p:nvPicPr>
        <p:blipFill>
          <a:blip r:embed="rId2"/>
          <a:stretch>
            <a:fillRect/>
          </a:stretch>
        </p:blipFill>
        <p:spPr>
          <a:xfrm>
            <a:off x="502920" y="1005840"/>
            <a:ext cx="11018520" cy="4407408"/>
          </a:xfrm>
          <a:prstGeom prst="rect">
            <a:avLst/>
          </a:prstGeom>
        </p:spPr>
      </p:pic>
      <p:sp>
        <p:nvSpPr>
          <p:cNvPr id="7" name="Rounded Rectangle 3">
            <a:extLst>
              <a:ext uri="{FF2B5EF4-FFF2-40B4-BE49-F238E27FC236}">
                <a16:creationId xmlns:a16="http://schemas.microsoft.com/office/drawing/2014/main" id="{EAFE045F-8F01-A01E-F969-C2261638592F}"/>
              </a:ext>
            </a:extLst>
          </p:cNvPr>
          <p:cNvSpPr/>
          <p:nvPr/>
        </p:nvSpPr>
        <p:spPr>
          <a:xfrm>
            <a:off x="640080" y="5321808"/>
            <a:ext cx="3246120" cy="329184"/>
          </a:xfrm>
          <a:prstGeom prst="roundRect">
            <a:avLst/>
          </a:prstGeom>
          <a:solidFill>
            <a:srgbClr val="EEF8FF"/>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930" b="1">
                <a:solidFill>
                  <a:srgbClr val="091637"/>
                </a:solidFill>
                <a:latin typeface="Yu Gothic"/>
              </a:defRPr>
            </a:pPr>
            <a:r>
              <a:t>L1：model state を変えずに予測だけ補正</a:t>
            </a:r>
          </a:p>
        </p:txBody>
      </p:sp>
      <p:sp>
        <p:nvSpPr>
          <p:cNvPr id="8" name="Rounded Rectangle 4">
            <a:extLst>
              <a:ext uri="{FF2B5EF4-FFF2-40B4-BE49-F238E27FC236}">
                <a16:creationId xmlns:a16="http://schemas.microsoft.com/office/drawing/2014/main" id="{0CB421F6-D22F-E58F-C42B-3D967FA5DB7A}"/>
              </a:ext>
            </a:extLst>
          </p:cNvPr>
          <p:cNvSpPr/>
          <p:nvPr/>
        </p:nvSpPr>
        <p:spPr>
          <a:xfrm>
            <a:off x="4160520" y="5321808"/>
            <a:ext cx="3246120" cy="329184"/>
          </a:xfrm>
          <a:prstGeom prst="roundRect">
            <a:avLst/>
          </a:prstGeom>
          <a:solidFill>
            <a:srgbClr val="EEFFF1"/>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930" b="1">
                <a:solidFill>
                  <a:srgbClr val="091637"/>
                </a:solidFill>
                <a:latin typeface="Yu Gothic"/>
              </a:defRPr>
            </a:pPr>
            <a:r>
              <a:t>L2：信頼できる入力だけ memory に保存</a:t>
            </a:r>
          </a:p>
        </p:txBody>
      </p:sp>
      <p:sp>
        <p:nvSpPr>
          <p:cNvPr id="9" name="Rounded Rectangle 5">
            <a:extLst>
              <a:ext uri="{FF2B5EF4-FFF2-40B4-BE49-F238E27FC236}">
                <a16:creationId xmlns:a16="http://schemas.microsoft.com/office/drawing/2014/main" id="{8DCDF263-D05F-5E7A-0D76-4C1472196C7C}"/>
              </a:ext>
            </a:extLst>
          </p:cNvPr>
          <p:cNvSpPr/>
          <p:nvPr/>
        </p:nvSpPr>
        <p:spPr>
          <a:xfrm>
            <a:off x="7680960" y="5321808"/>
            <a:ext cx="3246120" cy="329184"/>
          </a:xfrm>
          <a:prstGeom prst="roundRect">
            <a:avLst/>
          </a:prstGeom>
          <a:solidFill>
            <a:srgbClr val="FFF4E8"/>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930" b="1">
                <a:solidFill>
                  <a:srgbClr val="091637"/>
                </a:solidFill>
                <a:latin typeface="Yu Gothic"/>
              </a:defRPr>
            </a:pPr>
            <a:r>
              <a:t>L3：持続 drift の場合だけ commit を検討</a:t>
            </a:r>
          </a:p>
        </p:txBody>
      </p:sp>
      <p:sp>
        <p:nvSpPr>
          <p:cNvPr id="10" name="Rectangle 6">
            <a:extLst>
              <a:ext uri="{FF2B5EF4-FFF2-40B4-BE49-F238E27FC236}">
                <a16:creationId xmlns:a16="http://schemas.microsoft.com/office/drawing/2014/main" id="{7EFCDF1C-0A9D-728D-A8C1-40823B8B9D2F}"/>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DC-Replay の目的は、L3 commit を強くすることではなく、どの責務が効いているかを切り分けること。</a:t>
            </a:r>
          </a:p>
        </p:txBody>
      </p:sp>
    </p:spTree>
    <p:extLst>
      <p:ext uri="{BB962C8B-B14F-4D97-AF65-F5344CB8AC3E}">
        <p14:creationId xmlns:p14="http://schemas.microsoft.com/office/powerpoint/2010/main" val="50735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6AEEF-F28F-A61A-78E0-94BC77B85B4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25BB303-493A-CD0F-0C10-ECB50AB1AA30}"/>
              </a:ext>
            </a:extLst>
          </p:cNvPr>
          <p:cNvSpPr>
            <a:spLocks noGrp="1"/>
          </p:cNvSpPr>
          <p:nvPr>
            <p:ph type="sldNum" sz="quarter" idx="4294967295"/>
          </p:nvPr>
        </p:nvSpPr>
        <p:spPr>
          <a:xfrm>
            <a:off x="11384280" y="6510528"/>
            <a:ext cx="320040" cy="164592"/>
          </a:xfrm>
        </p:spPr>
        <p:txBody>
          <a:bodyPr/>
          <a:lstStyle/>
          <a:p>
            <a:pPr algn="r"/>
            <a:fld id="{F7021451-1387-4CA6-816F-3879F97B5CBC}" type="slidenum">
              <a:rPr lang="en-US" b="0" smtClean="0">
                <a:latin typeface="Yu Gothic"/>
                <a:ea typeface="Yu Gothic"/>
                <a:cs typeface="Yu Gothic"/>
              </a:rPr>
              <a:t>14</a:t>
            </a:fld>
            <a:endParaRPr lang="en-US">
              <a:latin typeface="Yu Gothic"/>
              <a:ea typeface="Yu Gothic"/>
              <a:cs typeface="Yu Gothic"/>
            </a:endParaRPr>
          </a:p>
        </p:txBody>
      </p:sp>
      <p:sp>
        <p:nvSpPr>
          <p:cNvPr id="3" name="Text 0">
            <a:extLst>
              <a:ext uri="{FF2B5EF4-FFF2-40B4-BE49-F238E27FC236}">
                <a16:creationId xmlns:a16="http://schemas.microsoft.com/office/drawing/2014/main" id="{7DD79350-4FD3-B113-0DAB-551FF4D51051}"/>
              </a:ext>
            </a:extLst>
          </p:cNvPr>
          <p:cNvSpPr/>
          <p:nvPr/>
        </p:nvSpPr>
        <p:spPr>
          <a:xfrm>
            <a:off x="502920" y="182880"/>
            <a:ext cx="9189720" cy="502920"/>
          </a:xfrm>
          <a:prstGeom prst="rect">
            <a:avLst/>
          </a:prstGeom>
          <a:noFill/>
          <a:ln/>
        </p:spPr>
        <p:txBody>
          <a:bodyPr wrap="square" lIns="0" tIns="0" rIns="0" bIns="0" rtlCol="0" anchor="ctr">
            <a:normAutofit/>
          </a:bodyPr>
          <a:lstStyle/>
          <a:p>
            <a:r>
              <a:rPr lang="ja-JP" altLang="en-US" sz="3200" b="1"/>
              <a:t>比較した </a:t>
            </a:r>
            <a:r>
              <a:rPr lang="en" altLang="ja-JP" sz="3200" b="1" dirty="0"/>
              <a:t>variant</a:t>
            </a:r>
          </a:p>
        </p:txBody>
      </p:sp>
      <p:graphicFrame>
        <p:nvGraphicFramePr>
          <p:cNvPr id="4" name="Table 2">
            <a:extLst>
              <a:ext uri="{FF2B5EF4-FFF2-40B4-BE49-F238E27FC236}">
                <a16:creationId xmlns:a16="http://schemas.microsoft.com/office/drawing/2014/main" id="{7D296C84-D6E3-B51B-1C67-5BE8A02D77E5}"/>
              </a:ext>
            </a:extLst>
          </p:cNvPr>
          <p:cNvGraphicFramePr>
            <a:graphicFrameLocks noGrp="1"/>
          </p:cNvGraphicFramePr>
          <p:nvPr/>
        </p:nvGraphicFramePr>
        <p:xfrm>
          <a:off x="502920" y="1005840"/>
          <a:ext cx="11018519" cy="45262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606040">
                  <a:extLst>
                    <a:ext uri="{9D8B030D-6E8A-4147-A177-3AD203B41FA5}">
                      <a16:colId xmlns:a16="http://schemas.microsoft.com/office/drawing/2014/main" val="20004"/>
                    </a:ext>
                  </a:extLst>
                </a:gridCol>
              </a:tblGrid>
              <a:tr h="565785">
                <a:tc>
                  <a:txBody>
                    <a:bodyPr/>
                    <a:lstStyle/>
                    <a:p>
                      <a:pPr algn="ctr">
                        <a:defRPr sz="1070" b="1">
                          <a:solidFill>
                            <a:srgbClr val="FFFFFF"/>
                          </a:solidFill>
                          <a:latin typeface="Yu Gothic"/>
                        </a:defRPr>
                      </a:pPr>
                      <a:r>
                        <a:rPr dirty="0"/>
                        <a:t>variant</a:t>
                      </a:r>
                    </a:p>
                  </a:txBody>
                  <a:tcPr marL="45720" marR="45720" marT="27432" marB="27432" anchor="ctr">
                    <a:solidFill>
                      <a:srgbClr val="1C61B5"/>
                    </a:solidFill>
                  </a:tcPr>
                </a:tc>
                <a:tc>
                  <a:txBody>
                    <a:bodyPr/>
                    <a:lstStyle/>
                    <a:p>
                      <a:pPr algn="ctr">
                        <a:defRPr sz="1070" b="1">
                          <a:solidFill>
                            <a:srgbClr val="FFFFFF"/>
                          </a:solidFill>
                          <a:latin typeface="Yu Gothic"/>
                        </a:defRPr>
                      </a:pPr>
                      <a:r>
                        <a:t>L1 correction</a:t>
                      </a:r>
                    </a:p>
                  </a:txBody>
                  <a:tcPr marL="45720" marR="45720" marT="27432" marB="27432" anchor="ctr">
                    <a:solidFill>
                      <a:srgbClr val="1C61B5"/>
                    </a:solidFill>
                  </a:tcPr>
                </a:tc>
                <a:tc>
                  <a:txBody>
                    <a:bodyPr/>
                    <a:lstStyle/>
                    <a:p>
                      <a:pPr algn="ctr">
                        <a:defRPr sz="1070" b="1">
                          <a:solidFill>
                            <a:srgbClr val="FFFFFF"/>
                          </a:solidFill>
                          <a:latin typeface="Yu Gothic"/>
                        </a:defRPr>
                      </a:pPr>
                      <a:r>
                        <a:t>L2 memory</a:t>
                      </a:r>
                    </a:p>
                  </a:txBody>
                  <a:tcPr marL="45720" marR="45720" marT="27432" marB="27432" anchor="ctr">
                    <a:solidFill>
                      <a:srgbClr val="1C61B5"/>
                    </a:solidFill>
                  </a:tcPr>
                </a:tc>
                <a:tc>
                  <a:txBody>
                    <a:bodyPr/>
                    <a:lstStyle/>
                    <a:p>
                      <a:pPr algn="ctr">
                        <a:defRPr sz="1070" b="1">
                          <a:solidFill>
                            <a:srgbClr val="FFFFFF"/>
                          </a:solidFill>
                          <a:latin typeface="Yu Gothic"/>
                        </a:defRPr>
                      </a:pPr>
                      <a:r>
                        <a:t>L3 commit</a:t>
                      </a:r>
                    </a:p>
                  </a:txBody>
                  <a:tcPr marL="45720" marR="45720" marT="27432" marB="27432" anchor="ctr">
                    <a:solidFill>
                      <a:srgbClr val="1C61B5"/>
                    </a:solidFill>
                  </a:tcPr>
                </a:tc>
                <a:tc>
                  <a:txBody>
                    <a:bodyPr/>
                    <a:lstStyle/>
                    <a:p>
                      <a:pPr algn="ctr">
                        <a:defRPr sz="1070" b="1">
                          <a:solidFill>
                            <a:srgbClr val="FFFFFF"/>
                          </a:solidFill>
                          <a:latin typeface="Yu Gothic"/>
                        </a:defRPr>
                      </a:pPr>
                      <a:r>
                        <a:t>目的</a:t>
                      </a:r>
                    </a:p>
                  </a:txBody>
                  <a:tcPr marL="45720" marR="45720" marT="27432" marB="27432" anchor="ctr">
                    <a:solidFill>
                      <a:srgbClr val="1C61B5"/>
                    </a:solidFill>
                  </a:tcPr>
                </a:tc>
                <a:extLst>
                  <a:ext uri="{0D108BD9-81ED-4DB2-BD59-A6C34878D82A}">
                    <a16:rowId xmlns:a16="http://schemas.microsoft.com/office/drawing/2014/main" val="10000"/>
                  </a:ext>
                </a:extLst>
              </a:tr>
              <a:tr h="565785">
                <a:tc>
                  <a:txBody>
                    <a:bodyPr/>
                    <a:lstStyle/>
                    <a:p>
                      <a:pPr algn="l">
                        <a:defRPr sz="1070" b="0">
                          <a:solidFill>
                            <a:srgbClr val="1E283C"/>
                          </a:solidFill>
                          <a:latin typeface="Yu Gothic"/>
                        </a:defRPr>
                      </a:pPr>
                      <a:r>
                        <a:t>source_only</a:t>
                      </a:r>
                    </a:p>
                  </a:txBody>
                  <a:tcPr marL="45720" marR="45720" marT="27432" marB="27432" anchor="ctr">
                    <a:solidFill>
                      <a:srgbClr val="F8FBFF"/>
                    </a:solidFill>
                  </a:tcPr>
                </a:tc>
                <a:tc>
                  <a:txBody>
                    <a:bodyPr/>
                    <a:lstStyle/>
                    <a:p>
                      <a:pPr algn="ctr">
                        <a:defRPr sz="1070" b="0">
                          <a:solidFill>
                            <a:srgbClr val="1E283C"/>
                          </a:solidFill>
                          <a:latin typeface="Yu Gothic"/>
                        </a:defRPr>
                      </a:pPr>
                      <a:r>
                        <a:t>なし</a:t>
                      </a:r>
                    </a:p>
                  </a:txBody>
                  <a:tcPr marL="45720" marR="45720" marT="27432" marB="27432" anchor="ctr">
                    <a:solidFill>
                      <a:srgbClr val="F8FBFF"/>
                    </a:solidFill>
                  </a:tcPr>
                </a:tc>
                <a:tc>
                  <a:txBody>
                    <a:bodyPr/>
                    <a:lstStyle/>
                    <a:p>
                      <a:pPr algn="ctr">
                        <a:defRPr sz="1070" b="0">
                          <a:solidFill>
                            <a:srgbClr val="1E283C"/>
                          </a:solidFill>
                          <a:latin typeface="Yu Gothic"/>
                        </a:defRPr>
                      </a:pPr>
                      <a:r>
                        <a:t>なし</a:t>
                      </a:r>
                    </a:p>
                  </a:txBody>
                  <a:tcPr marL="45720" marR="45720" marT="27432" marB="27432" anchor="ctr">
                    <a:solidFill>
                      <a:srgbClr val="F8FBFF"/>
                    </a:solidFill>
                  </a:tcPr>
                </a:tc>
                <a:tc>
                  <a:txBody>
                    <a:bodyPr/>
                    <a:lstStyle/>
                    <a:p>
                      <a:pPr algn="ctr">
                        <a:defRPr sz="1070" b="0">
                          <a:solidFill>
                            <a:srgbClr val="1E283C"/>
                          </a:solidFill>
                          <a:latin typeface="Yu Gothic"/>
                        </a:defRPr>
                      </a:pPr>
                      <a:r>
                        <a:t>なし</a:t>
                      </a:r>
                    </a:p>
                  </a:txBody>
                  <a:tcPr marL="45720" marR="45720" marT="27432" marB="27432" anchor="ctr">
                    <a:solidFill>
                      <a:srgbClr val="F8FBFF"/>
                    </a:solidFill>
                  </a:tcPr>
                </a:tc>
                <a:tc>
                  <a:txBody>
                    <a:bodyPr/>
                    <a:lstStyle/>
                    <a:p>
                      <a:pPr algn="ctr">
                        <a:defRPr sz="1070" b="0">
                          <a:solidFill>
                            <a:srgbClr val="1E283C"/>
                          </a:solidFill>
                          <a:latin typeface="Yu Gothic"/>
                        </a:defRPr>
                      </a:pPr>
                      <a:r>
                        <a:t>baseline</a:t>
                      </a:r>
                    </a:p>
                  </a:txBody>
                  <a:tcPr marL="45720" marR="45720" marT="27432" marB="27432" anchor="ctr">
                    <a:solidFill>
                      <a:srgbClr val="F8FBFF"/>
                    </a:solidFill>
                  </a:tcPr>
                </a:tc>
                <a:extLst>
                  <a:ext uri="{0D108BD9-81ED-4DB2-BD59-A6C34878D82A}">
                    <a16:rowId xmlns:a16="http://schemas.microsoft.com/office/drawing/2014/main" val="10001"/>
                  </a:ext>
                </a:extLst>
              </a:tr>
              <a:tr h="565785">
                <a:tc>
                  <a:txBody>
                    <a:bodyPr/>
                    <a:lstStyle/>
                    <a:p>
                      <a:pPr algn="l">
                        <a:defRPr sz="1070" b="0">
                          <a:solidFill>
                            <a:srgbClr val="1E283C"/>
                          </a:solidFill>
                          <a:latin typeface="Yu Gothic"/>
                        </a:defRPr>
                      </a:pPr>
                      <a:r>
                        <a:t>replay_safe_uniform</a:t>
                      </a:r>
                    </a:p>
                  </a:txBody>
                  <a:tcPr marL="45720" marR="45720" marT="27432" marB="27432" anchor="ctr">
                    <a:solidFill>
                      <a:srgbClr val="FFFFFF"/>
                    </a:solidFill>
                  </a:tcPr>
                </a:tc>
                <a:tc>
                  <a:txBody>
                    <a:bodyPr/>
                    <a:lstStyle/>
                    <a:p>
                      <a:pPr algn="ctr">
                        <a:defRPr sz="1070" b="0">
                          <a:solidFill>
                            <a:srgbClr val="1E283C"/>
                          </a:solidFill>
                          <a:latin typeface="Yu Gothic"/>
                        </a:defRPr>
                      </a:pPr>
                      <a:r>
                        <a:t>なし</a:t>
                      </a:r>
                    </a:p>
                  </a:txBody>
                  <a:tcPr marL="45720" marR="45720" marT="27432" marB="27432" anchor="ctr">
                    <a:solidFill>
                      <a:srgbClr val="FFFFFF"/>
                    </a:solidFill>
                  </a:tcPr>
                </a:tc>
                <a:tc>
                  <a:txBody>
                    <a:bodyPr/>
                    <a:lstStyle/>
                    <a:p>
                      <a:pPr algn="ctr">
                        <a:defRPr sz="1070" b="0">
                          <a:solidFill>
                            <a:srgbClr val="1E283C"/>
                          </a:solidFill>
                          <a:latin typeface="Yu Gothic"/>
                        </a:defRPr>
                      </a:pPr>
                      <a:r>
                        <a:t>replay buffer</a:t>
                      </a:r>
                    </a:p>
                  </a:txBody>
                  <a:tcPr marL="45720" marR="45720" marT="27432" marB="27432" anchor="ctr">
                    <a:solidFill>
                      <a:srgbClr val="FFFFFF"/>
                    </a:solidFill>
                  </a:tcPr>
                </a:tc>
                <a:tc>
                  <a:txBody>
                    <a:bodyPr/>
                    <a:lstStyle/>
                    <a:p>
                      <a:pPr algn="ctr">
                        <a:defRPr sz="1070" b="0">
                          <a:solidFill>
                            <a:srgbClr val="1E283C"/>
                          </a:solidFill>
                          <a:latin typeface="Yu Gothic"/>
                        </a:defRPr>
                      </a:pPr>
                      <a:r>
                        <a:t>replay-safe</a:t>
                      </a:r>
                    </a:p>
                  </a:txBody>
                  <a:tcPr marL="45720" marR="45720" marT="27432" marB="27432" anchor="ctr">
                    <a:solidFill>
                      <a:srgbClr val="FFFFFF"/>
                    </a:solidFill>
                  </a:tcPr>
                </a:tc>
                <a:tc>
                  <a:txBody>
                    <a:bodyPr/>
                    <a:lstStyle/>
                    <a:p>
                      <a:pPr algn="ctr">
                        <a:defRPr sz="1070" b="0">
                          <a:solidFill>
                            <a:srgbClr val="1E283C"/>
                          </a:solidFill>
                          <a:latin typeface="Yu Gothic"/>
                        </a:defRPr>
                      </a:pPr>
                      <a:r>
                        <a:t>安全基準</a:t>
                      </a:r>
                    </a:p>
                  </a:txBody>
                  <a:tcPr marL="45720" marR="45720" marT="27432" marB="27432" anchor="ctr">
                    <a:solidFill>
                      <a:srgbClr val="FFFFFF"/>
                    </a:solidFill>
                  </a:tcPr>
                </a:tc>
                <a:extLst>
                  <a:ext uri="{0D108BD9-81ED-4DB2-BD59-A6C34878D82A}">
                    <a16:rowId xmlns:a16="http://schemas.microsoft.com/office/drawing/2014/main" val="10002"/>
                  </a:ext>
                </a:extLst>
              </a:tr>
              <a:tr h="565785">
                <a:tc>
                  <a:txBody>
                    <a:bodyPr/>
                    <a:lstStyle/>
                    <a:p>
                      <a:pPr algn="l">
                        <a:defRPr sz="1070" b="0">
                          <a:solidFill>
                            <a:srgbClr val="1E283C"/>
                          </a:solidFill>
                          <a:latin typeface="Yu Gothic"/>
                        </a:defRPr>
                      </a:pPr>
                      <a:r>
                        <a:t>correction_static_only</a:t>
                      </a:r>
                    </a:p>
                  </a:txBody>
                  <a:tcPr marL="45720" marR="45720" marT="27432" marB="27432" anchor="ctr">
                    <a:solidFill>
                      <a:srgbClr val="F8FBFF"/>
                    </a:solidFill>
                  </a:tcPr>
                </a:tc>
                <a:tc>
                  <a:txBody>
                    <a:bodyPr/>
                    <a:lstStyle/>
                    <a:p>
                      <a:pPr algn="ctr">
                        <a:defRPr sz="1070" b="0">
                          <a:solidFill>
                            <a:srgbClr val="1E283C"/>
                          </a:solidFill>
                          <a:latin typeface="Yu Gothic"/>
                        </a:defRPr>
                      </a:pPr>
                      <a:r>
                        <a:t>あり</a:t>
                      </a:r>
                    </a:p>
                  </a:txBody>
                  <a:tcPr marL="45720" marR="45720" marT="27432" marB="27432" anchor="ctr">
                    <a:solidFill>
                      <a:srgbClr val="F8FBFF"/>
                    </a:solidFill>
                  </a:tcPr>
                </a:tc>
                <a:tc>
                  <a:txBody>
                    <a:bodyPr/>
                    <a:lstStyle/>
                    <a:p>
                      <a:pPr algn="ctr">
                        <a:defRPr sz="1070" b="0">
                          <a:solidFill>
                            <a:srgbClr val="1E283C"/>
                          </a:solidFill>
                          <a:latin typeface="Yu Gothic"/>
                        </a:defRPr>
                      </a:pPr>
                      <a:r>
                        <a:t>なし</a:t>
                      </a:r>
                    </a:p>
                  </a:txBody>
                  <a:tcPr marL="45720" marR="45720" marT="27432" marB="27432" anchor="ctr">
                    <a:solidFill>
                      <a:srgbClr val="F8FBFF"/>
                    </a:solidFill>
                  </a:tcPr>
                </a:tc>
                <a:tc>
                  <a:txBody>
                    <a:bodyPr/>
                    <a:lstStyle/>
                    <a:p>
                      <a:pPr algn="ctr">
                        <a:defRPr sz="1070" b="0">
                          <a:solidFill>
                            <a:srgbClr val="1E283C"/>
                          </a:solidFill>
                          <a:latin typeface="Yu Gothic"/>
                        </a:defRPr>
                      </a:pPr>
                      <a:r>
                        <a:t>なし</a:t>
                      </a:r>
                    </a:p>
                  </a:txBody>
                  <a:tcPr marL="45720" marR="45720" marT="27432" marB="27432" anchor="ctr">
                    <a:solidFill>
                      <a:srgbClr val="F8FBFF"/>
                    </a:solidFill>
                  </a:tcPr>
                </a:tc>
                <a:tc>
                  <a:txBody>
                    <a:bodyPr/>
                    <a:lstStyle/>
                    <a:p>
                      <a:pPr algn="ctr">
                        <a:defRPr sz="1070" b="0">
                          <a:solidFill>
                            <a:srgbClr val="1E283C"/>
                          </a:solidFill>
                          <a:latin typeface="Yu Gothic"/>
                        </a:defRPr>
                      </a:pPr>
                      <a:r>
                        <a:t>static補正だけの効果</a:t>
                      </a:r>
                    </a:p>
                  </a:txBody>
                  <a:tcPr marL="45720" marR="45720" marT="27432" marB="27432" anchor="ctr">
                    <a:solidFill>
                      <a:srgbClr val="F8FBFF"/>
                    </a:solidFill>
                  </a:tcPr>
                </a:tc>
                <a:extLst>
                  <a:ext uri="{0D108BD9-81ED-4DB2-BD59-A6C34878D82A}">
                    <a16:rowId xmlns:a16="http://schemas.microsoft.com/office/drawing/2014/main" val="10003"/>
                  </a:ext>
                </a:extLst>
              </a:tr>
              <a:tr h="565785">
                <a:tc>
                  <a:txBody>
                    <a:bodyPr/>
                    <a:lstStyle/>
                    <a:p>
                      <a:pPr algn="l">
                        <a:defRPr sz="1070" b="0">
                          <a:solidFill>
                            <a:srgbClr val="1E283C"/>
                          </a:solidFill>
                          <a:latin typeface="Yu Gothic"/>
                        </a:defRPr>
                      </a:pPr>
                      <a:r>
                        <a:t>correction_memory_no_commit</a:t>
                      </a:r>
                    </a:p>
                  </a:txBody>
                  <a:tcPr marL="45720" marR="45720" marT="27432" marB="27432" anchor="ctr">
                    <a:solidFill>
                      <a:srgbClr val="FFFFFF"/>
                    </a:solidFill>
                  </a:tcPr>
                </a:tc>
                <a:tc>
                  <a:txBody>
                    <a:bodyPr/>
                    <a:lstStyle/>
                    <a:p>
                      <a:pPr algn="ctr">
                        <a:defRPr sz="1070" b="0">
                          <a:solidFill>
                            <a:srgbClr val="1E283C"/>
                          </a:solidFill>
                          <a:latin typeface="Yu Gothic"/>
                        </a:defRPr>
                      </a:pPr>
                      <a:r>
                        <a:t>あり</a:t>
                      </a:r>
                    </a:p>
                  </a:txBody>
                  <a:tcPr marL="45720" marR="45720" marT="27432" marB="27432" anchor="ctr">
                    <a:solidFill>
                      <a:srgbClr val="FFFFFF"/>
                    </a:solidFill>
                  </a:tcPr>
                </a:tc>
                <a:tc>
                  <a:txBody>
                    <a:bodyPr/>
                    <a:lstStyle/>
                    <a:p>
                      <a:pPr algn="ctr">
                        <a:defRPr sz="1070" b="0">
                          <a:solidFill>
                            <a:srgbClr val="1E283C"/>
                          </a:solidFill>
                          <a:latin typeface="Yu Gothic"/>
                        </a:defRPr>
                      </a:pPr>
                      <a:r>
                        <a:t>あり</a:t>
                      </a:r>
                    </a:p>
                  </a:txBody>
                  <a:tcPr marL="45720" marR="45720" marT="27432" marB="27432" anchor="ctr">
                    <a:solidFill>
                      <a:srgbClr val="FFFFFF"/>
                    </a:solidFill>
                  </a:tcPr>
                </a:tc>
                <a:tc>
                  <a:txBody>
                    <a:bodyPr/>
                    <a:lstStyle/>
                    <a:p>
                      <a:pPr algn="ctr">
                        <a:defRPr sz="1070" b="0">
                          <a:solidFill>
                            <a:srgbClr val="1E283C"/>
                          </a:solidFill>
                          <a:latin typeface="Yu Gothic"/>
                        </a:defRPr>
                      </a:pPr>
                      <a:r>
                        <a:t>なし</a:t>
                      </a:r>
                    </a:p>
                  </a:txBody>
                  <a:tcPr marL="45720" marR="45720" marT="27432" marB="27432" anchor="ctr">
                    <a:solidFill>
                      <a:srgbClr val="FFFFFF"/>
                    </a:solidFill>
                  </a:tcPr>
                </a:tc>
                <a:tc>
                  <a:txBody>
                    <a:bodyPr/>
                    <a:lstStyle/>
                    <a:p>
                      <a:pPr algn="ctr">
                        <a:defRPr sz="1070" b="0">
                          <a:solidFill>
                            <a:srgbClr val="1E283C"/>
                          </a:solidFill>
                          <a:latin typeface="Yu Gothic"/>
                        </a:defRPr>
                      </a:pPr>
                      <a:r>
                        <a:t>L1+L2の効果</a:t>
                      </a:r>
                    </a:p>
                  </a:txBody>
                  <a:tcPr marL="45720" marR="45720" marT="27432" marB="27432" anchor="ctr">
                    <a:solidFill>
                      <a:srgbClr val="FFFFFF"/>
                    </a:solidFill>
                  </a:tcPr>
                </a:tc>
                <a:extLst>
                  <a:ext uri="{0D108BD9-81ED-4DB2-BD59-A6C34878D82A}">
                    <a16:rowId xmlns:a16="http://schemas.microsoft.com/office/drawing/2014/main" val="10004"/>
                  </a:ext>
                </a:extLst>
              </a:tr>
              <a:tr h="565785">
                <a:tc>
                  <a:txBody>
                    <a:bodyPr/>
                    <a:lstStyle/>
                    <a:p>
                      <a:pPr algn="l">
                        <a:defRPr sz="1070" b="0">
                          <a:solidFill>
                            <a:srgbClr val="1E283C"/>
                          </a:solidFill>
                          <a:latin typeface="Yu Gothic"/>
                        </a:defRPr>
                      </a:pPr>
                      <a:r>
                        <a:t>random_sparse_commit</a:t>
                      </a:r>
                    </a:p>
                  </a:txBody>
                  <a:tcPr marL="45720" marR="45720" marT="27432" marB="27432" anchor="ctr">
                    <a:solidFill>
                      <a:srgbClr val="F8FBFF"/>
                    </a:solidFill>
                  </a:tcPr>
                </a:tc>
                <a:tc>
                  <a:txBody>
                    <a:bodyPr/>
                    <a:lstStyle/>
                    <a:p>
                      <a:pPr algn="ctr">
                        <a:defRPr sz="1070" b="0">
                          <a:solidFill>
                            <a:srgbClr val="1E283C"/>
                          </a:solidFill>
                          <a:latin typeface="Yu Gothic"/>
                        </a:defRPr>
                      </a:pPr>
                      <a:r>
                        <a:t>あり</a:t>
                      </a:r>
                    </a:p>
                  </a:txBody>
                  <a:tcPr marL="45720" marR="45720" marT="27432" marB="27432" anchor="ctr">
                    <a:solidFill>
                      <a:srgbClr val="F8FBFF"/>
                    </a:solidFill>
                  </a:tcPr>
                </a:tc>
                <a:tc>
                  <a:txBody>
                    <a:bodyPr/>
                    <a:lstStyle/>
                    <a:p>
                      <a:pPr algn="ctr">
                        <a:defRPr sz="1070" b="0">
                          <a:solidFill>
                            <a:srgbClr val="1E283C"/>
                          </a:solidFill>
                          <a:latin typeface="Yu Gothic"/>
                        </a:defRPr>
                      </a:pPr>
                      <a:r>
                        <a:t>あり</a:t>
                      </a:r>
                    </a:p>
                  </a:txBody>
                  <a:tcPr marL="45720" marR="45720" marT="27432" marB="27432" anchor="ctr">
                    <a:solidFill>
                      <a:srgbClr val="F8FBFF"/>
                    </a:solidFill>
                  </a:tcPr>
                </a:tc>
                <a:tc>
                  <a:txBody>
                    <a:bodyPr/>
                    <a:lstStyle/>
                    <a:p>
                      <a:pPr algn="ctr">
                        <a:defRPr sz="1070" b="0">
                          <a:solidFill>
                            <a:srgbClr val="1E283C"/>
                          </a:solidFill>
                          <a:latin typeface="Yu Gothic"/>
                        </a:defRPr>
                      </a:pPr>
                      <a:r>
                        <a:t>random</a:t>
                      </a:r>
                    </a:p>
                  </a:txBody>
                  <a:tcPr marL="45720" marR="45720" marT="27432" marB="27432" anchor="ctr">
                    <a:solidFill>
                      <a:srgbClr val="F8FBFF"/>
                    </a:solidFill>
                  </a:tcPr>
                </a:tc>
                <a:tc>
                  <a:txBody>
                    <a:bodyPr/>
                    <a:lstStyle/>
                    <a:p>
                      <a:pPr algn="ctr">
                        <a:defRPr sz="1070" b="0">
                          <a:solidFill>
                            <a:srgbClr val="1E283C"/>
                          </a:solidFill>
                          <a:latin typeface="Yu Gothic"/>
                        </a:defRPr>
                      </a:pPr>
                      <a:r>
                        <a:t>commit回数だけの効果</a:t>
                      </a:r>
                    </a:p>
                  </a:txBody>
                  <a:tcPr marL="45720" marR="45720" marT="27432" marB="27432" anchor="ctr">
                    <a:solidFill>
                      <a:srgbClr val="F8FBFF"/>
                    </a:solidFill>
                  </a:tcPr>
                </a:tc>
                <a:extLst>
                  <a:ext uri="{0D108BD9-81ED-4DB2-BD59-A6C34878D82A}">
                    <a16:rowId xmlns:a16="http://schemas.microsoft.com/office/drawing/2014/main" val="10005"/>
                  </a:ext>
                </a:extLst>
              </a:tr>
              <a:tr h="565785">
                <a:tc>
                  <a:txBody>
                    <a:bodyPr/>
                    <a:lstStyle/>
                    <a:p>
                      <a:pPr algn="l">
                        <a:defRPr sz="1070" b="0">
                          <a:solidFill>
                            <a:srgbClr val="1E283C"/>
                          </a:solidFill>
                          <a:latin typeface="Yu Gothic"/>
                        </a:defRPr>
                      </a:pPr>
                      <a:r>
                        <a:t>commit_no_replay_gate</a:t>
                      </a:r>
                    </a:p>
                  </a:txBody>
                  <a:tcPr marL="45720" marR="45720" marT="27432" marB="27432" anchor="ctr">
                    <a:solidFill>
                      <a:srgbClr val="FFFFFF"/>
                    </a:solidFill>
                  </a:tcPr>
                </a:tc>
                <a:tc>
                  <a:txBody>
                    <a:bodyPr/>
                    <a:lstStyle/>
                    <a:p>
                      <a:pPr algn="ctr">
                        <a:defRPr sz="1070" b="0">
                          <a:solidFill>
                            <a:srgbClr val="1E283C"/>
                          </a:solidFill>
                          <a:latin typeface="Yu Gothic"/>
                        </a:defRPr>
                      </a:pPr>
                      <a:r>
                        <a:t>あり</a:t>
                      </a:r>
                    </a:p>
                  </a:txBody>
                  <a:tcPr marL="45720" marR="45720" marT="27432" marB="27432" anchor="ctr">
                    <a:solidFill>
                      <a:srgbClr val="FFFFFF"/>
                    </a:solidFill>
                  </a:tcPr>
                </a:tc>
                <a:tc>
                  <a:txBody>
                    <a:bodyPr/>
                    <a:lstStyle/>
                    <a:p>
                      <a:pPr algn="ctr">
                        <a:defRPr sz="1070" b="0">
                          <a:solidFill>
                            <a:srgbClr val="1E283C"/>
                          </a:solidFill>
                          <a:latin typeface="Yu Gothic"/>
                        </a:defRPr>
                      </a:pPr>
                      <a:r>
                        <a:t>あり</a:t>
                      </a:r>
                    </a:p>
                  </a:txBody>
                  <a:tcPr marL="45720" marR="45720" marT="27432" marB="27432" anchor="ctr">
                    <a:solidFill>
                      <a:srgbClr val="FFFFFF"/>
                    </a:solidFill>
                  </a:tcPr>
                </a:tc>
                <a:tc>
                  <a:txBody>
                    <a:bodyPr/>
                    <a:lstStyle/>
                    <a:p>
                      <a:pPr algn="ctr">
                        <a:defRPr sz="1070" b="0">
                          <a:solidFill>
                            <a:srgbClr val="1E283C"/>
                          </a:solidFill>
                          <a:latin typeface="Yu Gothic"/>
                        </a:defRPr>
                      </a:pPr>
                      <a:r>
                        <a:t>あり</a:t>
                      </a:r>
                    </a:p>
                  </a:txBody>
                  <a:tcPr marL="45720" marR="45720" marT="27432" marB="27432" anchor="ctr">
                    <a:solidFill>
                      <a:srgbClr val="FFFFFF"/>
                    </a:solidFill>
                  </a:tcPr>
                </a:tc>
                <a:tc>
                  <a:txBody>
                    <a:bodyPr/>
                    <a:lstStyle/>
                    <a:p>
                      <a:pPr algn="ctr">
                        <a:defRPr sz="1070" b="0">
                          <a:solidFill>
                            <a:srgbClr val="1E283C"/>
                          </a:solidFill>
                          <a:latin typeface="Yu Gothic"/>
                        </a:defRPr>
                      </a:pPr>
                      <a:r>
                        <a:t>replay gateなしの比較</a:t>
                      </a:r>
                    </a:p>
                  </a:txBody>
                  <a:tcPr marL="45720" marR="45720" marT="27432" marB="27432" anchor="ctr">
                    <a:solidFill>
                      <a:srgbClr val="FFFFFF"/>
                    </a:solidFill>
                  </a:tcPr>
                </a:tc>
                <a:extLst>
                  <a:ext uri="{0D108BD9-81ED-4DB2-BD59-A6C34878D82A}">
                    <a16:rowId xmlns:a16="http://schemas.microsoft.com/office/drawing/2014/main" val="10006"/>
                  </a:ext>
                </a:extLst>
              </a:tr>
              <a:tr h="565785">
                <a:tc>
                  <a:txBody>
                    <a:bodyPr/>
                    <a:lstStyle/>
                    <a:p>
                      <a:pPr algn="l">
                        <a:defRPr sz="1070" b="0">
                          <a:solidFill>
                            <a:srgbClr val="1E283C"/>
                          </a:solidFill>
                          <a:latin typeface="Yu Gothic"/>
                        </a:defRPr>
                      </a:pPr>
                      <a:r>
                        <a:t>replay_gated</a:t>
                      </a:r>
                    </a:p>
                  </a:txBody>
                  <a:tcPr marL="45720" marR="45720" marT="27432" marB="27432" anchor="ctr">
                    <a:solidFill>
                      <a:srgbClr val="F8FBFF"/>
                    </a:solidFill>
                  </a:tcPr>
                </a:tc>
                <a:tc>
                  <a:txBody>
                    <a:bodyPr/>
                    <a:lstStyle/>
                    <a:p>
                      <a:pPr algn="ctr">
                        <a:defRPr sz="1070" b="0">
                          <a:solidFill>
                            <a:srgbClr val="1E283C"/>
                          </a:solidFill>
                          <a:latin typeface="Yu Gothic"/>
                        </a:defRPr>
                      </a:pPr>
                      <a:r>
                        <a:t>あり</a:t>
                      </a:r>
                    </a:p>
                  </a:txBody>
                  <a:tcPr marL="45720" marR="45720" marT="27432" marB="27432" anchor="ctr">
                    <a:solidFill>
                      <a:srgbClr val="F8FBFF"/>
                    </a:solidFill>
                  </a:tcPr>
                </a:tc>
                <a:tc>
                  <a:txBody>
                    <a:bodyPr/>
                    <a:lstStyle/>
                    <a:p>
                      <a:pPr algn="ctr">
                        <a:defRPr sz="1070" b="0">
                          <a:solidFill>
                            <a:srgbClr val="1E283C"/>
                          </a:solidFill>
                          <a:latin typeface="Yu Gothic"/>
                        </a:defRPr>
                      </a:pPr>
                      <a:r>
                        <a:t>あり</a:t>
                      </a:r>
                    </a:p>
                  </a:txBody>
                  <a:tcPr marL="45720" marR="45720" marT="27432" marB="27432" anchor="ctr">
                    <a:solidFill>
                      <a:srgbClr val="F8FBFF"/>
                    </a:solidFill>
                  </a:tcPr>
                </a:tc>
                <a:tc>
                  <a:txBody>
                    <a:bodyPr/>
                    <a:lstStyle/>
                    <a:p>
                      <a:pPr algn="ctr">
                        <a:defRPr sz="1070" b="0">
                          <a:solidFill>
                            <a:srgbClr val="1E283C"/>
                          </a:solidFill>
                          <a:latin typeface="Yu Gothic"/>
                        </a:defRPr>
                      </a:pPr>
                      <a:r>
                        <a:t>replay-gated</a:t>
                      </a:r>
                    </a:p>
                  </a:txBody>
                  <a:tcPr marL="45720" marR="45720" marT="27432" marB="27432" anchor="ctr">
                    <a:solidFill>
                      <a:srgbClr val="F8FBFF"/>
                    </a:solidFill>
                  </a:tcPr>
                </a:tc>
                <a:tc>
                  <a:txBody>
                    <a:bodyPr/>
                    <a:lstStyle/>
                    <a:p>
                      <a:pPr algn="ctr">
                        <a:defRPr sz="1070" b="0">
                          <a:solidFill>
                            <a:srgbClr val="1E283C"/>
                          </a:solidFill>
                          <a:latin typeface="Yu Gothic"/>
                        </a:defRPr>
                      </a:pPr>
                      <a:r>
                        <a:rPr dirty="0"/>
                        <a:t>L3本命</a:t>
                      </a:r>
                    </a:p>
                  </a:txBody>
                  <a:tcPr marL="45720" marR="45720" marT="27432" marB="27432" anchor="ctr">
                    <a:solidFill>
                      <a:srgbClr val="F8FBFF"/>
                    </a:solidFill>
                  </a:tcPr>
                </a:tc>
                <a:extLst>
                  <a:ext uri="{0D108BD9-81ED-4DB2-BD59-A6C34878D82A}">
                    <a16:rowId xmlns:a16="http://schemas.microsoft.com/office/drawing/2014/main" val="10007"/>
                  </a:ext>
                </a:extLst>
              </a:tr>
            </a:tbl>
          </a:graphicData>
        </a:graphic>
      </p:graphicFrame>
      <p:sp>
        <p:nvSpPr>
          <p:cNvPr id="5" name="Rectangle 3">
            <a:extLst>
              <a:ext uri="{FF2B5EF4-FFF2-40B4-BE49-F238E27FC236}">
                <a16:creationId xmlns:a16="http://schemas.microsoft.com/office/drawing/2014/main" id="{F80C3893-172A-BE60-208F-FA1E2A41BEAB}"/>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どの階層が効いたかを判断するため、commitの有無とreplay gateの有無を分けて評価する。</a:t>
            </a:r>
          </a:p>
        </p:txBody>
      </p:sp>
    </p:spTree>
    <p:extLst>
      <p:ext uri="{BB962C8B-B14F-4D97-AF65-F5344CB8AC3E}">
        <p14:creationId xmlns:p14="http://schemas.microsoft.com/office/powerpoint/2010/main" val="3171730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95BE9-C5AC-63B5-4626-B742FC0A666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486966F-8FD2-1B1F-85F1-037E5CA71054}"/>
              </a:ext>
            </a:extLst>
          </p:cNvPr>
          <p:cNvSpPr>
            <a:spLocks noGrp="1"/>
          </p:cNvSpPr>
          <p:nvPr>
            <p:ph type="sldNum" sz="quarter" idx="4294967295"/>
          </p:nvPr>
        </p:nvSpPr>
        <p:spPr>
          <a:xfrm>
            <a:off x="11384280" y="6510528"/>
            <a:ext cx="320040" cy="164592"/>
          </a:xfrm>
        </p:spPr>
        <p:txBody>
          <a:bodyPr/>
          <a:lstStyle/>
          <a:p>
            <a:pPr algn="r"/>
            <a:fld id="{F7021451-1387-4CA6-816F-3879F97B5CBC}" type="slidenum">
              <a:rPr lang="en-US" b="0" smtClean="0">
                <a:latin typeface="Yu Gothic"/>
                <a:ea typeface="Yu Gothic"/>
                <a:cs typeface="Yu Gothic"/>
              </a:rPr>
              <a:t>15</a:t>
            </a:fld>
            <a:endParaRPr lang="en-US">
              <a:latin typeface="Yu Gothic"/>
              <a:ea typeface="Yu Gothic"/>
              <a:cs typeface="Yu Gothic"/>
            </a:endParaRPr>
          </a:p>
        </p:txBody>
      </p:sp>
      <p:sp>
        <p:nvSpPr>
          <p:cNvPr id="3" name="Text 0">
            <a:extLst>
              <a:ext uri="{FF2B5EF4-FFF2-40B4-BE49-F238E27FC236}">
                <a16:creationId xmlns:a16="http://schemas.microsoft.com/office/drawing/2014/main" id="{1D731905-124F-BB43-B31E-8C13F324ECB7}"/>
              </a:ext>
            </a:extLst>
          </p:cNvPr>
          <p:cNvSpPr/>
          <p:nvPr/>
        </p:nvSpPr>
        <p:spPr>
          <a:xfrm>
            <a:off x="502920" y="182880"/>
            <a:ext cx="9189720" cy="502920"/>
          </a:xfrm>
          <a:prstGeom prst="rect">
            <a:avLst/>
          </a:prstGeom>
          <a:noFill/>
          <a:ln/>
        </p:spPr>
        <p:txBody>
          <a:bodyPr wrap="square" lIns="0" tIns="0" rIns="0" bIns="0" rtlCol="0" anchor="ctr">
            <a:normAutofit/>
          </a:bodyPr>
          <a:lstStyle/>
          <a:p>
            <a:r>
              <a:rPr lang="ja-JP" altLang="en-US" sz="2800" b="1"/>
              <a:t>評価条件</a:t>
            </a:r>
          </a:p>
        </p:txBody>
      </p:sp>
      <p:graphicFrame>
        <p:nvGraphicFramePr>
          <p:cNvPr id="6" name="Table 2">
            <a:extLst>
              <a:ext uri="{FF2B5EF4-FFF2-40B4-BE49-F238E27FC236}">
                <a16:creationId xmlns:a16="http://schemas.microsoft.com/office/drawing/2014/main" id="{BE5F5DA5-960B-C1DE-DFCF-25E85CAB04D6}"/>
              </a:ext>
            </a:extLst>
          </p:cNvPr>
          <p:cNvGraphicFramePr>
            <a:graphicFrameLocks noGrp="1"/>
          </p:cNvGraphicFramePr>
          <p:nvPr/>
        </p:nvGraphicFramePr>
        <p:xfrm>
          <a:off x="960120" y="1417320"/>
          <a:ext cx="10149840" cy="196596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655320">
                <a:tc>
                  <a:txBody>
                    <a:bodyPr/>
                    <a:lstStyle/>
                    <a:p>
                      <a:pPr algn="ctr">
                        <a:defRPr sz="1300" b="1">
                          <a:solidFill>
                            <a:srgbClr val="FFFFFF"/>
                          </a:solidFill>
                          <a:latin typeface="Yu Gothic"/>
                        </a:defRPr>
                      </a:pPr>
                      <a:r>
                        <a:t>評価</a:t>
                      </a:r>
                    </a:p>
                  </a:txBody>
                  <a:tcPr marL="45720" marR="45720" marT="27432" marB="27432" anchor="ctr">
                    <a:solidFill>
                      <a:srgbClr val="1C61B5"/>
                    </a:solidFill>
                  </a:tcPr>
                </a:tc>
                <a:tc>
                  <a:txBody>
                    <a:bodyPr/>
                    <a:lstStyle/>
                    <a:p>
                      <a:pPr algn="ctr">
                        <a:defRPr sz="1300" b="1">
                          <a:solidFill>
                            <a:srgbClr val="FFFFFF"/>
                          </a:solidFill>
                          <a:latin typeface="Yu Gothic"/>
                        </a:defRPr>
                      </a:pPr>
                      <a:r>
                        <a:t>対象</a:t>
                      </a:r>
                    </a:p>
                  </a:txBody>
                  <a:tcPr marL="45720" marR="45720" marT="27432" marB="27432" anchor="ctr">
                    <a:solidFill>
                      <a:srgbClr val="1C61B5"/>
                    </a:solidFill>
                  </a:tcPr>
                </a:tc>
                <a:tc>
                  <a:txBody>
                    <a:bodyPr/>
                    <a:lstStyle/>
                    <a:p>
                      <a:pPr algn="ctr">
                        <a:defRPr sz="1300" b="1">
                          <a:solidFill>
                            <a:srgbClr val="FFFFFF"/>
                          </a:solidFill>
                          <a:latin typeface="Yu Gothic"/>
                        </a:defRPr>
                      </a:pPr>
                      <a:r>
                        <a:t>目的</a:t>
                      </a:r>
                    </a:p>
                  </a:txBody>
                  <a:tcPr marL="45720" marR="45720" marT="27432" marB="27432" anchor="ctr">
                    <a:solidFill>
                      <a:srgbClr val="1C61B5"/>
                    </a:solidFill>
                  </a:tcPr>
                </a:tc>
                <a:extLst>
                  <a:ext uri="{0D108BD9-81ED-4DB2-BD59-A6C34878D82A}">
                    <a16:rowId xmlns:a16="http://schemas.microsoft.com/office/drawing/2014/main" val="10000"/>
                  </a:ext>
                </a:extLst>
              </a:tr>
              <a:tr h="655320">
                <a:tc>
                  <a:txBody>
                    <a:bodyPr/>
                    <a:lstStyle/>
                    <a:p>
                      <a:pPr algn="l">
                        <a:defRPr sz="1300" b="0">
                          <a:solidFill>
                            <a:srgbClr val="1E283C"/>
                          </a:solidFill>
                          <a:latin typeface="Yu Gothic"/>
                        </a:defRPr>
                      </a:pPr>
                      <a:r>
                        <a:t>9被験者評価</a:t>
                      </a:r>
                    </a:p>
                  </a:txBody>
                  <a:tcPr marL="45720" marR="45720" marT="27432" marB="27432" anchor="ctr">
                    <a:solidFill>
                      <a:srgbClr val="F8FBFF"/>
                    </a:solidFill>
                  </a:tcPr>
                </a:tc>
                <a:tc>
                  <a:txBody>
                    <a:bodyPr/>
                    <a:lstStyle/>
                    <a:p>
                      <a:pPr algn="ctr">
                        <a:defRPr sz="1300" b="0">
                          <a:solidFill>
                            <a:srgbClr val="1E283C"/>
                          </a:solidFill>
                          <a:latin typeface="Yu Gothic"/>
                        </a:defRPr>
                      </a:pPr>
                      <a:r>
                        <a:t>9 subjects, seed0</a:t>
                      </a:r>
                    </a:p>
                  </a:txBody>
                  <a:tcPr marL="45720" marR="45720" marT="27432" marB="27432" anchor="ctr">
                    <a:solidFill>
                      <a:srgbClr val="F8FBFF"/>
                    </a:solidFill>
                  </a:tcPr>
                </a:tc>
                <a:tc>
                  <a:txBody>
                    <a:bodyPr/>
                    <a:lstStyle/>
                    <a:p>
                      <a:pPr algn="ctr">
                        <a:defRPr sz="1300" b="0">
                          <a:solidFill>
                            <a:srgbClr val="1E283C"/>
                          </a:solidFill>
                          <a:latin typeface="Yu Gothic"/>
                        </a:defRPr>
                      </a:pPr>
                      <a:r>
                        <a:t>横断的な平均精度シグナルを見る</a:t>
                      </a:r>
                    </a:p>
                  </a:txBody>
                  <a:tcPr marL="45720" marR="45720" marT="27432" marB="27432" anchor="ctr">
                    <a:solidFill>
                      <a:srgbClr val="F8FBFF"/>
                    </a:solidFill>
                  </a:tcPr>
                </a:tc>
                <a:extLst>
                  <a:ext uri="{0D108BD9-81ED-4DB2-BD59-A6C34878D82A}">
                    <a16:rowId xmlns:a16="http://schemas.microsoft.com/office/drawing/2014/main" val="10001"/>
                  </a:ext>
                </a:extLst>
              </a:tr>
              <a:tr h="655320">
                <a:tc>
                  <a:txBody>
                    <a:bodyPr/>
                    <a:lstStyle/>
                    <a:p>
                      <a:pPr algn="l">
                        <a:defRPr sz="1300" b="0">
                          <a:solidFill>
                            <a:srgbClr val="1E283C"/>
                          </a:solidFill>
                          <a:latin typeface="Yu Gothic"/>
                        </a:defRPr>
                      </a:pPr>
                      <a:r>
                        <a:t>seed安定性評価</a:t>
                      </a:r>
                    </a:p>
                  </a:txBody>
                  <a:tcPr marL="45720" marR="45720" marT="27432" marB="27432" anchor="ctr">
                    <a:solidFill>
                      <a:srgbClr val="FFFFFF"/>
                    </a:solidFill>
                  </a:tcPr>
                </a:tc>
                <a:tc>
                  <a:txBody>
                    <a:bodyPr/>
                    <a:lstStyle/>
                    <a:p>
                      <a:pPr algn="ctr">
                        <a:defRPr sz="1300" b="0">
                          <a:solidFill>
                            <a:srgbClr val="1E283C"/>
                          </a:solidFill>
                          <a:latin typeface="Yu Gothic"/>
                        </a:defRPr>
                      </a:pPr>
                      <a:r>
                        <a:t>S2/S4/S6/S7 × seeds 1–3</a:t>
                      </a:r>
                    </a:p>
                  </a:txBody>
                  <a:tcPr marL="45720" marR="45720" marT="27432" marB="27432" anchor="ctr">
                    <a:solidFill>
                      <a:srgbClr val="FFFFFF"/>
                    </a:solidFill>
                  </a:tcPr>
                </a:tc>
                <a:tc>
                  <a:txBody>
                    <a:bodyPr/>
                    <a:lstStyle/>
                    <a:p>
                      <a:pPr algn="ctr">
                        <a:defRPr sz="1300" b="0">
                          <a:solidFill>
                            <a:srgbClr val="1E283C"/>
                          </a:solidFill>
                          <a:latin typeface="Yu Gothic"/>
                        </a:defRPr>
                      </a:pPr>
                      <a:r>
                        <a:t>結果がseedに依存しないか、harmが増えないかを見る</a:t>
                      </a:r>
                    </a:p>
                  </a:txBody>
                  <a:tcPr marL="45720" marR="45720" marT="27432" marB="27432" anchor="ctr">
                    <a:solidFill>
                      <a:srgbClr val="FFFFFF"/>
                    </a:solidFill>
                  </a:tcPr>
                </a:tc>
                <a:extLst>
                  <a:ext uri="{0D108BD9-81ED-4DB2-BD59-A6C34878D82A}">
                    <a16:rowId xmlns:a16="http://schemas.microsoft.com/office/drawing/2014/main" val="10002"/>
                  </a:ext>
                </a:extLst>
              </a:tr>
            </a:tbl>
          </a:graphicData>
        </a:graphic>
      </p:graphicFrame>
      <p:sp>
        <p:nvSpPr>
          <p:cNvPr id="7" name="Rounded Rectangle 3">
            <a:extLst>
              <a:ext uri="{FF2B5EF4-FFF2-40B4-BE49-F238E27FC236}">
                <a16:creationId xmlns:a16="http://schemas.microsoft.com/office/drawing/2014/main" id="{D69F3311-DB53-6919-B91E-721378C434B0}"/>
              </a:ext>
            </a:extLst>
          </p:cNvPr>
          <p:cNvSpPr/>
          <p:nvPr/>
        </p:nvSpPr>
        <p:spPr>
          <a:xfrm>
            <a:off x="2194560" y="3840480"/>
            <a:ext cx="7772400" cy="777240"/>
          </a:xfrm>
          <a:prstGeom prst="roundRect">
            <a:avLst/>
          </a:prstGeom>
          <a:solidFill>
            <a:srgbClr val="FFF8EB"/>
          </a:solidFill>
          <a:ln>
            <a:solidFill>
              <a:srgbClr val="E6AA2E"/>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500" b="1">
                <a:solidFill>
                  <a:srgbClr val="091637"/>
                </a:solidFill>
                <a:latin typeface="Yu Gothic"/>
              </a:defRPr>
            </a:pPr>
            <a:r>
              <a:t>注意：評価名は実験条件であり、モデル名ではない。</a:t>
            </a:r>
          </a:p>
        </p:txBody>
      </p:sp>
      <p:sp>
        <p:nvSpPr>
          <p:cNvPr id="8" name="Rectangle 4">
            <a:extLst>
              <a:ext uri="{FF2B5EF4-FFF2-40B4-BE49-F238E27FC236}">
                <a16:creationId xmlns:a16="http://schemas.microsoft.com/office/drawing/2014/main" id="{93726934-1658-0B9F-9B89-CC6ABF80D49C}"/>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単発の平均改善だけでなく、seedを跨いでも安全性が維持されるかを確認する。</a:t>
            </a:r>
          </a:p>
        </p:txBody>
      </p:sp>
    </p:spTree>
    <p:extLst>
      <p:ext uri="{BB962C8B-B14F-4D97-AF65-F5344CB8AC3E}">
        <p14:creationId xmlns:p14="http://schemas.microsoft.com/office/powerpoint/2010/main" val="3217271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8D1A045-ADFC-6FFF-748D-9AE714BFB262}"/>
              </a:ext>
            </a:extLst>
          </p:cNvPr>
          <p:cNvSpPr>
            <a:spLocks noGrp="1"/>
          </p:cNvSpPr>
          <p:nvPr>
            <p:ph type="body" sz="quarter" idx="10"/>
          </p:nvPr>
        </p:nvSpPr>
        <p:spPr/>
        <p:txBody>
          <a:bodyPr/>
          <a:lstStyle/>
          <a:p>
            <a:r>
              <a:rPr kumimoji="1" lang="en-US" altLang="ja-JP" dirty="0">
                <a:latin typeface="Yu Gothic"/>
                <a:ea typeface="Yu Gothic"/>
              </a:rPr>
              <a:t>4</a:t>
            </a:r>
            <a:r>
              <a:rPr kumimoji="1" lang="en-US" altLang="ja-JP" dirty="0">
                <a:latin typeface="Yu Gothic"/>
                <a:ea typeface="Yu Gothic"/>
                <a:cs typeface="Yu Gothic"/>
              </a:rPr>
              <a:t>. </a:t>
            </a:r>
            <a:r>
              <a:rPr kumimoji="1" lang="ja-JP" altLang="en-US">
                <a:latin typeface="Yu Gothic"/>
                <a:ea typeface="Yu Gothic"/>
                <a:cs typeface="Yu Gothic"/>
              </a:rPr>
              <a:t>実験結果</a:t>
            </a:r>
          </a:p>
        </p:txBody>
      </p:sp>
      <p:sp>
        <p:nvSpPr>
          <p:cNvPr id="3" name="スライド番号プレースホルダー 2">
            <a:extLst>
              <a:ext uri="{FF2B5EF4-FFF2-40B4-BE49-F238E27FC236}">
                <a16:creationId xmlns:a16="http://schemas.microsoft.com/office/drawing/2014/main" id="{E4256B56-3F4A-9F6B-E97F-79FA8AB99325}"/>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16</a:t>
            </a:fld>
            <a:endParaRPr lang="en-US">
              <a:latin typeface="Yu Gothic"/>
              <a:ea typeface="Yu Gothic"/>
              <a:cs typeface="Yu Gothic"/>
            </a:endParaRPr>
          </a:p>
        </p:txBody>
      </p:sp>
    </p:spTree>
    <p:extLst>
      <p:ext uri="{BB962C8B-B14F-4D97-AF65-F5344CB8AC3E}">
        <p14:creationId xmlns:p14="http://schemas.microsoft.com/office/powerpoint/2010/main" val="3671335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a:bodyPr>
          <a:lstStyle/>
          <a:p>
            <a:r>
              <a:rPr lang="ja-JP" altLang="en-US" sz="2400" b="1"/>
              <a:t>結果</a:t>
            </a:r>
            <a:r>
              <a:rPr lang="en-US" altLang="ja-JP" sz="2400" b="1" dirty="0"/>
              <a:t>1</a:t>
            </a:r>
            <a:r>
              <a:rPr lang="ja-JP" altLang="en-US" sz="2400" b="1"/>
              <a:t>：</a:t>
            </a:r>
            <a:r>
              <a:rPr lang="en-US" altLang="ja-JP" sz="2400" b="1" dirty="0"/>
              <a:t>9</a:t>
            </a:r>
            <a:r>
              <a:rPr lang="ja-JP" altLang="en-US" sz="2400" b="1"/>
              <a:t>被験者評価</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 xmlns:a16="http://schemas.microsoft.com/office/drawing/2014/main" xmlns:ns2="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17</a:t>
            </a:fld>
            <a:endParaRPr lang="en-US">
              <a:latin typeface="Yu Gothic"/>
              <a:ea typeface="Yu Gothic"/>
              <a:cs typeface="Yu Gothic"/>
            </a:endParaRPr>
          </a:p>
        </p:txBody>
      </p:sp>
      <p:graphicFrame>
        <p:nvGraphicFramePr>
          <p:cNvPr id="4" name="Table 3">
            <a:extLst>
              <a:ext uri="{FF2B5EF4-FFF2-40B4-BE49-F238E27FC236}">
                <a16:creationId xmlns:a16="http://schemas.microsoft.com/office/drawing/2014/main" id="{16F0C086-84C9-C439-7F3E-473022B16011}"/>
              </a:ext>
            </a:extLst>
          </p:cNvPr>
          <p:cNvGraphicFramePr>
            <a:graphicFrameLocks noGrp="1"/>
          </p:cNvGraphicFramePr>
          <p:nvPr/>
        </p:nvGraphicFramePr>
        <p:xfrm>
          <a:off x="7040880" y="1115568"/>
          <a:ext cx="4343400" cy="28803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576072">
                <a:tc>
                  <a:txBody>
                    <a:bodyPr/>
                    <a:lstStyle/>
                    <a:p>
                      <a:pPr algn="ctr">
                        <a:defRPr sz="1060" b="1">
                          <a:solidFill>
                            <a:srgbClr val="FFFFFF"/>
                          </a:solidFill>
                          <a:latin typeface="Yu Gothic"/>
                        </a:defRPr>
                      </a:pPr>
                      <a:r>
                        <a:t>method</a:t>
                      </a:r>
                    </a:p>
                  </a:txBody>
                  <a:tcPr marL="45720" marR="45720" marT="27432" marB="27432" anchor="ctr">
                    <a:solidFill>
                      <a:srgbClr val="1C61B5"/>
                    </a:solidFill>
                  </a:tcPr>
                </a:tc>
                <a:tc>
                  <a:txBody>
                    <a:bodyPr/>
                    <a:lstStyle/>
                    <a:p>
                      <a:pPr algn="ctr">
                        <a:defRPr sz="1060" b="1">
                          <a:solidFill>
                            <a:srgbClr val="FFFFFF"/>
                          </a:solidFill>
                          <a:latin typeface="Yu Gothic"/>
                        </a:defRPr>
                      </a:pPr>
                      <a:r>
                        <a:t>mean</a:t>
                      </a:r>
                    </a:p>
                  </a:txBody>
                  <a:tcPr marL="45720" marR="45720" marT="27432" marB="27432" anchor="ctr">
                    <a:solidFill>
                      <a:srgbClr val="1C61B5"/>
                    </a:solidFill>
                  </a:tcPr>
                </a:tc>
                <a:tc>
                  <a:txBody>
                    <a:bodyPr/>
                    <a:lstStyle/>
                    <a:p>
                      <a:pPr algn="ctr">
                        <a:defRPr sz="1060" b="1">
                          <a:solidFill>
                            <a:srgbClr val="FFFFFF"/>
                          </a:solidFill>
                          <a:latin typeface="Yu Gothic"/>
                        </a:defRPr>
                      </a:pPr>
                      <a:r>
                        <a:t>delta</a:t>
                      </a:r>
                    </a:p>
                  </a:txBody>
                  <a:tcPr marL="45720" marR="45720" marT="27432" marB="27432" anchor="ctr">
                    <a:solidFill>
                      <a:srgbClr val="1C61B5"/>
                    </a:solidFill>
                  </a:tcPr>
                </a:tc>
                <a:tc>
                  <a:txBody>
                    <a:bodyPr/>
                    <a:lstStyle/>
                    <a:p>
                      <a:pPr algn="ctr">
                        <a:defRPr sz="1060" b="1">
                          <a:solidFill>
                            <a:srgbClr val="FFFFFF"/>
                          </a:solidFill>
                          <a:latin typeface="Yu Gothic"/>
                        </a:defRPr>
                      </a:pPr>
                      <a:r>
                        <a:t>HSC</a:t>
                      </a:r>
                    </a:p>
                  </a:txBody>
                  <a:tcPr marL="45720" marR="45720" marT="27432" marB="27432" anchor="ctr">
                    <a:solidFill>
                      <a:srgbClr val="1C61B5"/>
                    </a:solidFill>
                  </a:tcPr>
                </a:tc>
                <a:extLst>
                  <a:ext uri="{0D108BD9-81ED-4DB2-BD59-A6C34878D82A}">
                    <a16:rowId xmlns:a16="http://schemas.microsoft.com/office/drawing/2014/main" val="10000"/>
                  </a:ext>
                </a:extLst>
              </a:tr>
              <a:tr h="576072">
                <a:tc>
                  <a:txBody>
                    <a:bodyPr/>
                    <a:lstStyle/>
                    <a:p>
                      <a:pPr algn="l">
                        <a:defRPr sz="1060" b="0">
                          <a:solidFill>
                            <a:srgbClr val="1E283C"/>
                          </a:solidFill>
                          <a:latin typeface="Yu Gothic"/>
                        </a:defRPr>
                      </a:pPr>
                      <a:r>
                        <a:t>source_only</a:t>
                      </a:r>
                    </a:p>
                  </a:txBody>
                  <a:tcPr marL="45720" marR="45720" marT="27432" marB="27432" anchor="ctr">
                    <a:solidFill>
                      <a:srgbClr val="F8FBFF"/>
                    </a:solidFill>
                  </a:tcPr>
                </a:tc>
                <a:tc>
                  <a:txBody>
                    <a:bodyPr/>
                    <a:lstStyle/>
                    <a:p>
                      <a:pPr algn="ctr">
                        <a:defRPr sz="1060" b="0">
                          <a:solidFill>
                            <a:srgbClr val="1E283C"/>
                          </a:solidFill>
                          <a:latin typeface="Yu Gothic"/>
                        </a:defRPr>
                      </a:pPr>
                      <a:r>
                        <a:t>82.72</a:t>
                      </a:r>
                    </a:p>
                  </a:txBody>
                  <a:tcPr marL="45720" marR="45720" marT="27432" marB="27432" anchor="ctr">
                    <a:solidFill>
                      <a:srgbClr val="F8FBFF"/>
                    </a:solidFill>
                  </a:tcPr>
                </a:tc>
                <a:tc>
                  <a:txBody>
                    <a:bodyPr/>
                    <a:lstStyle/>
                    <a:p>
                      <a:pPr algn="ctr">
                        <a:defRPr sz="1060" b="0">
                          <a:solidFill>
                            <a:srgbClr val="1E283C"/>
                          </a:solidFill>
                          <a:latin typeface="Yu Gothic"/>
                        </a:defRPr>
                      </a:pPr>
                      <a:r>
                        <a:t>+0.00</a:t>
                      </a:r>
                    </a:p>
                  </a:txBody>
                  <a:tcPr marL="45720" marR="45720" marT="27432" marB="27432" anchor="ctr">
                    <a:solidFill>
                      <a:srgbClr val="F8FBFF"/>
                    </a:solidFill>
                  </a:tcPr>
                </a:tc>
                <a:tc>
                  <a:txBody>
                    <a:bodyPr/>
                    <a:lstStyle/>
                    <a:p>
                      <a:pPr algn="ctr">
                        <a:defRPr sz="1060" b="0">
                          <a:solidFill>
                            <a:srgbClr val="1E283C"/>
                          </a:solidFill>
                          <a:latin typeface="Yu Gothic"/>
                        </a:defRPr>
                      </a:pPr>
                      <a:r>
                        <a:t>0</a:t>
                      </a:r>
                    </a:p>
                  </a:txBody>
                  <a:tcPr marL="45720" marR="45720" marT="27432" marB="27432" anchor="ctr">
                    <a:solidFill>
                      <a:srgbClr val="F8FBFF"/>
                    </a:solidFill>
                  </a:tcPr>
                </a:tc>
                <a:extLst>
                  <a:ext uri="{0D108BD9-81ED-4DB2-BD59-A6C34878D82A}">
                    <a16:rowId xmlns:a16="http://schemas.microsoft.com/office/drawing/2014/main" val="10001"/>
                  </a:ext>
                </a:extLst>
              </a:tr>
              <a:tr h="576072">
                <a:tc>
                  <a:txBody>
                    <a:bodyPr/>
                    <a:lstStyle/>
                    <a:p>
                      <a:pPr algn="l">
                        <a:defRPr sz="1060" b="0">
                          <a:solidFill>
                            <a:srgbClr val="1E283C"/>
                          </a:solidFill>
                          <a:latin typeface="Yu Gothic"/>
                        </a:defRPr>
                      </a:pPr>
                      <a:r>
                        <a:t>replay_safe_uniform</a:t>
                      </a:r>
                    </a:p>
                  </a:txBody>
                  <a:tcPr marL="45720" marR="45720" marT="27432" marB="27432" anchor="ctr">
                    <a:solidFill>
                      <a:srgbClr val="FFFFFF"/>
                    </a:solidFill>
                  </a:tcPr>
                </a:tc>
                <a:tc>
                  <a:txBody>
                    <a:bodyPr/>
                    <a:lstStyle/>
                    <a:p>
                      <a:pPr algn="ctr">
                        <a:defRPr sz="1060" b="0">
                          <a:solidFill>
                            <a:srgbClr val="1E283C"/>
                          </a:solidFill>
                          <a:latin typeface="Yu Gothic"/>
                        </a:defRPr>
                      </a:pPr>
                      <a:r>
                        <a:t>83.41</a:t>
                      </a:r>
                    </a:p>
                  </a:txBody>
                  <a:tcPr marL="45720" marR="45720" marT="27432" marB="27432" anchor="ctr">
                    <a:solidFill>
                      <a:srgbClr val="FFFFFF"/>
                    </a:solidFill>
                  </a:tcPr>
                </a:tc>
                <a:tc>
                  <a:txBody>
                    <a:bodyPr/>
                    <a:lstStyle/>
                    <a:p>
                      <a:pPr algn="ctr">
                        <a:defRPr sz="1060" b="0">
                          <a:solidFill>
                            <a:srgbClr val="1E283C"/>
                          </a:solidFill>
                          <a:latin typeface="Yu Gothic"/>
                        </a:defRPr>
                      </a:pPr>
                      <a:r>
                        <a:t>+0.69</a:t>
                      </a:r>
                    </a:p>
                  </a:txBody>
                  <a:tcPr marL="45720" marR="45720" marT="27432" marB="27432" anchor="ctr">
                    <a:solidFill>
                      <a:srgbClr val="FFFFFF"/>
                    </a:solidFill>
                  </a:tcPr>
                </a:tc>
                <a:tc>
                  <a:txBody>
                    <a:bodyPr/>
                    <a:lstStyle/>
                    <a:p>
                      <a:pPr algn="ctr">
                        <a:defRPr sz="1060" b="0">
                          <a:solidFill>
                            <a:srgbClr val="1E283C"/>
                          </a:solidFill>
                          <a:latin typeface="Yu Gothic"/>
                        </a:defRPr>
                      </a:pPr>
                      <a:r>
                        <a:t>0</a:t>
                      </a:r>
                    </a:p>
                  </a:txBody>
                  <a:tcPr marL="45720" marR="45720" marT="27432" marB="27432" anchor="ctr">
                    <a:solidFill>
                      <a:srgbClr val="FFFFFF"/>
                    </a:solidFill>
                  </a:tcPr>
                </a:tc>
                <a:extLst>
                  <a:ext uri="{0D108BD9-81ED-4DB2-BD59-A6C34878D82A}">
                    <a16:rowId xmlns:a16="http://schemas.microsoft.com/office/drawing/2014/main" val="10002"/>
                  </a:ext>
                </a:extLst>
              </a:tr>
              <a:tr h="576072">
                <a:tc>
                  <a:txBody>
                    <a:bodyPr/>
                    <a:lstStyle/>
                    <a:p>
                      <a:pPr algn="l">
                        <a:defRPr sz="1060" b="0">
                          <a:solidFill>
                            <a:srgbClr val="1E283C"/>
                          </a:solidFill>
                          <a:latin typeface="Yu Gothic"/>
                        </a:defRPr>
                      </a:pPr>
                      <a:r>
                        <a:t>correction_memory_no_commit</a:t>
                      </a:r>
                    </a:p>
                  </a:txBody>
                  <a:tcPr marL="45720" marR="45720" marT="27432" marB="27432" anchor="ctr">
                    <a:solidFill>
                      <a:srgbClr val="F8FBFF"/>
                    </a:solidFill>
                  </a:tcPr>
                </a:tc>
                <a:tc>
                  <a:txBody>
                    <a:bodyPr/>
                    <a:lstStyle/>
                    <a:p>
                      <a:pPr algn="ctr">
                        <a:defRPr sz="1060" b="0">
                          <a:solidFill>
                            <a:srgbClr val="1E283C"/>
                          </a:solidFill>
                          <a:latin typeface="Yu Gothic"/>
                        </a:defRPr>
                      </a:pPr>
                      <a:r>
                        <a:t>83.57</a:t>
                      </a:r>
                    </a:p>
                  </a:txBody>
                  <a:tcPr marL="45720" marR="45720" marT="27432" marB="27432" anchor="ctr">
                    <a:solidFill>
                      <a:srgbClr val="F8FBFF"/>
                    </a:solidFill>
                  </a:tcPr>
                </a:tc>
                <a:tc>
                  <a:txBody>
                    <a:bodyPr/>
                    <a:lstStyle/>
                    <a:p>
                      <a:pPr algn="ctr">
                        <a:defRPr sz="1060" b="0">
                          <a:solidFill>
                            <a:srgbClr val="1E283C"/>
                          </a:solidFill>
                          <a:latin typeface="Yu Gothic"/>
                        </a:defRPr>
                      </a:pPr>
                      <a:r>
                        <a:t>+0.85</a:t>
                      </a:r>
                    </a:p>
                  </a:txBody>
                  <a:tcPr marL="45720" marR="45720" marT="27432" marB="27432" anchor="ctr">
                    <a:solidFill>
                      <a:srgbClr val="F8FBFF"/>
                    </a:solidFill>
                  </a:tcPr>
                </a:tc>
                <a:tc>
                  <a:txBody>
                    <a:bodyPr/>
                    <a:lstStyle/>
                    <a:p>
                      <a:pPr algn="ctr">
                        <a:defRPr sz="1060" b="0">
                          <a:solidFill>
                            <a:srgbClr val="1E283C"/>
                          </a:solidFill>
                          <a:latin typeface="Yu Gothic"/>
                        </a:defRPr>
                      </a:pPr>
                      <a:r>
                        <a:t>1</a:t>
                      </a:r>
                    </a:p>
                  </a:txBody>
                  <a:tcPr marL="45720" marR="45720" marT="27432" marB="27432" anchor="ctr">
                    <a:solidFill>
                      <a:srgbClr val="F8FBFF"/>
                    </a:solidFill>
                  </a:tcPr>
                </a:tc>
                <a:extLst>
                  <a:ext uri="{0D108BD9-81ED-4DB2-BD59-A6C34878D82A}">
                    <a16:rowId xmlns:a16="http://schemas.microsoft.com/office/drawing/2014/main" val="10003"/>
                  </a:ext>
                </a:extLst>
              </a:tr>
              <a:tr h="576072">
                <a:tc>
                  <a:txBody>
                    <a:bodyPr/>
                    <a:lstStyle/>
                    <a:p>
                      <a:pPr algn="l">
                        <a:defRPr sz="1060" b="0">
                          <a:solidFill>
                            <a:srgbClr val="1E283C"/>
                          </a:solidFill>
                          <a:latin typeface="Yu Gothic"/>
                        </a:defRPr>
                      </a:pPr>
                      <a:r>
                        <a:t>DC high mean</a:t>
                      </a:r>
                    </a:p>
                  </a:txBody>
                  <a:tcPr marL="45720" marR="45720" marT="27432" marB="27432" anchor="ctr">
                    <a:solidFill>
                      <a:srgbClr val="FFFFFF"/>
                    </a:solidFill>
                  </a:tcPr>
                </a:tc>
                <a:tc>
                  <a:txBody>
                    <a:bodyPr/>
                    <a:lstStyle/>
                    <a:p>
                      <a:pPr algn="ctr">
                        <a:defRPr sz="1060" b="0">
                          <a:solidFill>
                            <a:srgbClr val="1E283C"/>
                          </a:solidFill>
                          <a:latin typeface="Yu Gothic"/>
                        </a:defRPr>
                      </a:pPr>
                      <a:r>
                        <a:t>83.95</a:t>
                      </a:r>
                    </a:p>
                  </a:txBody>
                  <a:tcPr marL="45720" marR="45720" marT="27432" marB="27432" anchor="ctr">
                    <a:solidFill>
                      <a:srgbClr val="FFFFFF"/>
                    </a:solidFill>
                  </a:tcPr>
                </a:tc>
                <a:tc>
                  <a:txBody>
                    <a:bodyPr/>
                    <a:lstStyle/>
                    <a:p>
                      <a:pPr algn="ctr">
                        <a:defRPr sz="1060" b="0">
                          <a:solidFill>
                            <a:srgbClr val="1E283C"/>
                          </a:solidFill>
                          <a:latin typeface="Yu Gothic"/>
                        </a:defRPr>
                      </a:pPr>
                      <a:r>
                        <a:t>+1.23</a:t>
                      </a:r>
                    </a:p>
                  </a:txBody>
                  <a:tcPr marL="45720" marR="45720" marT="27432" marB="27432" anchor="ctr">
                    <a:solidFill>
                      <a:srgbClr val="FFFFFF"/>
                    </a:solidFill>
                  </a:tcPr>
                </a:tc>
                <a:tc>
                  <a:txBody>
                    <a:bodyPr/>
                    <a:lstStyle/>
                    <a:p>
                      <a:pPr algn="ctr">
                        <a:defRPr sz="1060" b="0">
                          <a:solidFill>
                            <a:srgbClr val="1E283C"/>
                          </a:solidFill>
                          <a:latin typeface="Yu Gothic"/>
                        </a:defRPr>
                      </a:pPr>
                      <a:r>
                        <a:t>1</a:t>
                      </a:r>
                    </a:p>
                  </a:txBody>
                  <a:tcPr marL="45720" marR="45720"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5" name="Rounded Rectangle 4">
            <a:extLst>
              <a:ext uri="{FF2B5EF4-FFF2-40B4-BE49-F238E27FC236}">
                <a16:creationId xmlns:a16="http://schemas.microsoft.com/office/drawing/2014/main" id="{9DC564A1-C9AA-6B94-1A43-30687A962945}"/>
              </a:ext>
            </a:extLst>
          </p:cNvPr>
          <p:cNvSpPr/>
          <p:nvPr/>
        </p:nvSpPr>
        <p:spPr>
          <a:xfrm>
            <a:off x="7132320" y="4251960"/>
            <a:ext cx="4114800" cy="658368"/>
          </a:xfrm>
          <a:prstGeom prst="roundRect">
            <a:avLst/>
          </a:prstGeom>
          <a:solidFill>
            <a:srgbClr val="FFF8EB"/>
          </a:solidFill>
          <a:ln>
            <a:solidFill>
              <a:srgbClr val="E6AA2E"/>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150" b="1">
                <a:solidFill>
                  <a:srgbClr val="091637"/>
                </a:solidFill>
                <a:latin typeface="Yu Gothic"/>
              </a:defRPr>
            </a:pPr>
            <a:r>
              <a:t>DC系は伸びるが、HSC=0ではReplay-SafeCommitが堅い</a:t>
            </a:r>
          </a:p>
        </p:txBody>
      </p:sp>
      <p:sp>
        <p:nvSpPr>
          <p:cNvPr id="6" name="Rectangle 5">
            <a:extLst>
              <a:ext uri="{FF2B5EF4-FFF2-40B4-BE49-F238E27FC236}">
                <a16:creationId xmlns:a16="http://schemas.microsoft.com/office/drawing/2014/main" id="{B491F636-4EE4-E776-A6E5-9A9C635E43DA}"/>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DC系は最大 +1.23pp まで伸びたが、安全制約 HSC=0 では Replay-SafeCommit が最も堅い。</a:t>
            </a:r>
          </a:p>
        </p:txBody>
      </p:sp>
      <p:pic>
        <p:nvPicPr>
          <p:cNvPr id="8" name="図 7" descr="グラフ, 棒グラフ&#10;&#10;自動的に生成された説明">
            <a:extLst>
              <a:ext uri="{FF2B5EF4-FFF2-40B4-BE49-F238E27FC236}">
                <a16:creationId xmlns:a16="http://schemas.microsoft.com/office/drawing/2014/main" id="{91A27923-807D-139E-A899-8F506661FCDD}"/>
              </a:ext>
            </a:extLst>
          </p:cNvPr>
          <p:cNvPicPr>
            <a:picLocks noChangeAspect="1"/>
          </p:cNvPicPr>
          <p:nvPr/>
        </p:nvPicPr>
        <p:blipFill>
          <a:blip r:embed="rId3"/>
          <a:stretch>
            <a:fillRect/>
          </a:stretch>
        </p:blipFill>
        <p:spPr>
          <a:xfrm>
            <a:off x="296333" y="1444348"/>
            <a:ext cx="6263949" cy="36356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182880"/>
            <a:ext cx="9728474" cy="502920"/>
          </a:xfrm>
          <a:prstGeom prst="rect">
            <a:avLst/>
          </a:prstGeom>
          <a:noFill/>
          <a:ln/>
        </p:spPr>
        <p:txBody>
          <a:bodyPr wrap="square" lIns="0" tIns="0" rIns="0" bIns="0" rtlCol="0" anchor="ctr">
            <a:noAutofit/>
          </a:bodyPr>
          <a:lstStyle/>
          <a:p>
            <a:r>
              <a:rPr lang="ja-JP" altLang="en-US" sz="2400" b="1"/>
              <a:t>結果</a:t>
            </a:r>
            <a:r>
              <a:rPr lang="en-US" altLang="ja-JP" sz="2400" b="1" dirty="0"/>
              <a:t>2</a:t>
            </a:r>
            <a:r>
              <a:rPr lang="ja-JP" altLang="en-US" sz="2400" b="1"/>
              <a:t>：</a:t>
            </a:r>
            <a:r>
              <a:rPr lang="en" altLang="ja-JP" sz="2400" b="1" dirty="0"/>
              <a:t>seed </a:t>
            </a:r>
            <a:r>
              <a:rPr lang="ja-JP" altLang="en-US" sz="2400" b="1"/>
              <a:t>安定性評価</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3:wrappingTextBoxFlag xmlns:ns3="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18</a:t>
            </a:fld>
            <a:endParaRPr lang="en-US">
              <a:latin typeface="Yu Gothic"/>
              <a:ea typeface="Yu Gothic"/>
              <a:cs typeface="Yu Gothic"/>
            </a:endParaRPr>
          </a:p>
        </p:txBody>
      </p:sp>
      <p:graphicFrame>
        <p:nvGraphicFramePr>
          <p:cNvPr id="8" name="Table 3">
            <a:extLst>
              <a:ext uri="{FF2B5EF4-FFF2-40B4-BE49-F238E27FC236}">
                <a16:creationId xmlns:a16="http://schemas.microsoft.com/office/drawing/2014/main" id="{CD7A8D7A-443C-3AEC-E49C-FE6BF646DACC}"/>
              </a:ext>
            </a:extLst>
          </p:cNvPr>
          <p:cNvGraphicFramePr>
            <a:graphicFrameLocks noGrp="1"/>
          </p:cNvGraphicFramePr>
          <p:nvPr/>
        </p:nvGraphicFramePr>
        <p:xfrm>
          <a:off x="7086600" y="1234440"/>
          <a:ext cx="4069080" cy="251460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502920">
                <a:tc>
                  <a:txBody>
                    <a:bodyPr/>
                    <a:lstStyle/>
                    <a:p>
                      <a:pPr algn="ctr">
                        <a:defRPr sz="1200" b="1">
                          <a:solidFill>
                            <a:srgbClr val="FFFFFF"/>
                          </a:solidFill>
                          <a:latin typeface="Yu Gothic"/>
                        </a:defRPr>
                      </a:pPr>
                      <a:r>
                        <a:t>method</a:t>
                      </a:r>
                    </a:p>
                  </a:txBody>
                  <a:tcPr marL="45720" marR="45720" marT="27432" marB="27432" anchor="ctr">
                    <a:solidFill>
                      <a:srgbClr val="1C61B5"/>
                    </a:solidFill>
                  </a:tcPr>
                </a:tc>
                <a:tc>
                  <a:txBody>
                    <a:bodyPr/>
                    <a:lstStyle/>
                    <a:p>
                      <a:pPr algn="ctr">
                        <a:defRPr sz="1200" b="1">
                          <a:solidFill>
                            <a:srgbClr val="FFFFFF"/>
                          </a:solidFill>
                          <a:latin typeface="Yu Gothic"/>
                        </a:defRPr>
                      </a:pPr>
                      <a:r>
                        <a:t>delta</a:t>
                      </a:r>
                    </a:p>
                  </a:txBody>
                  <a:tcPr marL="45720" marR="45720" marT="27432" marB="27432" anchor="ctr">
                    <a:solidFill>
                      <a:srgbClr val="1C61B5"/>
                    </a:solidFill>
                  </a:tcPr>
                </a:tc>
                <a:tc>
                  <a:txBody>
                    <a:bodyPr/>
                    <a:lstStyle/>
                    <a:p>
                      <a:pPr algn="ctr">
                        <a:defRPr sz="1200" b="1">
                          <a:solidFill>
                            <a:srgbClr val="FFFFFF"/>
                          </a:solidFill>
                          <a:latin typeface="Yu Gothic"/>
                        </a:defRPr>
                      </a:pPr>
                      <a:r>
                        <a:t>HSC</a:t>
                      </a:r>
                    </a:p>
                  </a:txBody>
                  <a:tcPr marL="45720" marR="45720" marT="27432" marB="27432" anchor="ctr">
                    <a:solidFill>
                      <a:srgbClr val="1C61B5"/>
                    </a:solidFill>
                  </a:tcPr>
                </a:tc>
                <a:extLst>
                  <a:ext uri="{0D108BD9-81ED-4DB2-BD59-A6C34878D82A}">
                    <a16:rowId xmlns:a16="http://schemas.microsoft.com/office/drawing/2014/main" val="10000"/>
                  </a:ext>
                </a:extLst>
              </a:tr>
              <a:tr h="502920">
                <a:tc>
                  <a:txBody>
                    <a:bodyPr/>
                    <a:lstStyle/>
                    <a:p>
                      <a:pPr algn="l">
                        <a:defRPr sz="1200" b="0">
                          <a:solidFill>
                            <a:srgbClr val="1E283C"/>
                          </a:solidFill>
                          <a:latin typeface="Yu Gothic"/>
                        </a:defRPr>
                      </a:pPr>
                      <a:r>
                        <a:t>replay_safe_uniform</a:t>
                      </a:r>
                    </a:p>
                  </a:txBody>
                  <a:tcPr marL="45720" marR="45720" marT="27432" marB="27432" anchor="ctr">
                    <a:solidFill>
                      <a:srgbClr val="F8FBFF"/>
                    </a:solidFill>
                  </a:tcPr>
                </a:tc>
                <a:tc>
                  <a:txBody>
                    <a:bodyPr/>
                    <a:lstStyle/>
                    <a:p>
                      <a:pPr algn="ctr">
                        <a:defRPr sz="1200" b="0">
                          <a:solidFill>
                            <a:srgbClr val="1E283C"/>
                          </a:solidFill>
                          <a:latin typeface="Yu Gothic"/>
                        </a:defRPr>
                      </a:pPr>
                      <a:r>
                        <a:t>+0.38pp</a:t>
                      </a:r>
                    </a:p>
                  </a:txBody>
                  <a:tcPr marL="45720" marR="45720" marT="27432" marB="27432" anchor="ctr">
                    <a:solidFill>
                      <a:srgbClr val="F8FBFF"/>
                    </a:solidFill>
                  </a:tcPr>
                </a:tc>
                <a:tc>
                  <a:txBody>
                    <a:bodyPr/>
                    <a:lstStyle/>
                    <a:p>
                      <a:pPr algn="ctr">
                        <a:defRPr sz="1200" b="0">
                          <a:solidFill>
                            <a:srgbClr val="1E283C"/>
                          </a:solidFill>
                          <a:latin typeface="Yu Gothic"/>
                        </a:defRPr>
                      </a:pPr>
                      <a:r>
                        <a:t>1</a:t>
                      </a:r>
                    </a:p>
                  </a:txBody>
                  <a:tcPr marL="45720" marR="45720" marT="27432" marB="27432" anchor="ctr">
                    <a:solidFill>
                      <a:srgbClr val="F8FBFF"/>
                    </a:solidFill>
                  </a:tcPr>
                </a:tc>
                <a:extLst>
                  <a:ext uri="{0D108BD9-81ED-4DB2-BD59-A6C34878D82A}">
                    <a16:rowId xmlns:a16="http://schemas.microsoft.com/office/drawing/2014/main" val="10001"/>
                  </a:ext>
                </a:extLst>
              </a:tr>
              <a:tr h="502920">
                <a:tc>
                  <a:txBody>
                    <a:bodyPr/>
                    <a:lstStyle/>
                    <a:p>
                      <a:pPr algn="l">
                        <a:defRPr sz="1200" b="0">
                          <a:solidFill>
                            <a:srgbClr val="1E283C"/>
                          </a:solidFill>
                          <a:latin typeface="Yu Gothic"/>
                        </a:defRPr>
                      </a:pPr>
                      <a:r>
                        <a:t>DC L1+L2</a:t>
                      </a:r>
                    </a:p>
                  </a:txBody>
                  <a:tcPr marL="45720" marR="45720" marT="27432" marB="27432" anchor="ctr">
                    <a:solidFill>
                      <a:srgbClr val="FFFFFF"/>
                    </a:solidFill>
                  </a:tcPr>
                </a:tc>
                <a:tc>
                  <a:txBody>
                    <a:bodyPr/>
                    <a:lstStyle/>
                    <a:p>
                      <a:pPr algn="ctr">
                        <a:defRPr sz="1200" b="0">
                          <a:solidFill>
                            <a:srgbClr val="1E283C"/>
                          </a:solidFill>
                          <a:latin typeface="Yu Gothic"/>
                        </a:defRPr>
                      </a:pPr>
                      <a:r>
                        <a:t>+0.26pp</a:t>
                      </a:r>
                    </a:p>
                  </a:txBody>
                  <a:tcPr marL="45720" marR="45720" marT="27432" marB="27432" anchor="ctr">
                    <a:solidFill>
                      <a:srgbClr val="FFFFFF"/>
                    </a:solidFill>
                  </a:tcPr>
                </a:tc>
                <a:tc>
                  <a:txBody>
                    <a:bodyPr/>
                    <a:lstStyle/>
                    <a:p>
                      <a:pPr algn="ctr">
                        <a:defRPr sz="1200" b="0">
                          <a:solidFill>
                            <a:srgbClr val="1E283C"/>
                          </a:solidFill>
                          <a:latin typeface="Yu Gothic"/>
                        </a:defRPr>
                      </a:pPr>
                      <a:r>
                        <a:t>3</a:t>
                      </a:r>
                    </a:p>
                  </a:txBody>
                  <a:tcPr marL="45720" marR="45720" marT="27432" marB="27432" anchor="ctr">
                    <a:solidFill>
                      <a:srgbClr val="FFFFFF"/>
                    </a:solidFill>
                  </a:tcPr>
                </a:tc>
                <a:extLst>
                  <a:ext uri="{0D108BD9-81ED-4DB2-BD59-A6C34878D82A}">
                    <a16:rowId xmlns:a16="http://schemas.microsoft.com/office/drawing/2014/main" val="10002"/>
                  </a:ext>
                </a:extLst>
              </a:tr>
              <a:tr h="502920">
                <a:tc>
                  <a:txBody>
                    <a:bodyPr/>
                    <a:lstStyle/>
                    <a:p>
                      <a:pPr algn="l">
                        <a:defRPr sz="1200" b="0">
                          <a:solidFill>
                            <a:srgbClr val="1E283C"/>
                          </a:solidFill>
                          <a:latin typeface="Yu Gothic"/>
                        </a:defRPr>
                      </a:pPr>
                      <a:r>
                        <a:t>DC high mean</a:t>
                      </a:r>
                    </a:p>
                  </a:txBody>
                  <a:tcPr marL="45720" marR="45720" marT="27432" marB="27432" anchor="ctr">
                    <a:solidFill>
                      <a:srgbClr val="F8FBFF"/>
                    </a:solidFill>
                  </a:tcPr>
                </a:tc>
                <a:tc>
                  <a:txBody>
                    <a:bodyPr/>
                    <a:lstStyle/>
                    <a:p>
                      <a:pPr algn="ctr">
                        <a:defRPr sz="1200" b="0">
                          <a:solidFill>
                            <a:srgbClr val="1E283C"/>
                          </a:solidFill>
                          <a:latin typeface="Yu Gothic"/>
                        </a:defRPr>
                      </a:pPr>
                      <a:r>
                        <a:t>+0.44pp</a:t>
                      </a:r>
                    </a:p>
                  </a:txBody>
                  <a:tcPr marL="45720" marR="45720" marT="27432" marB="27432" anchor="ctr">
                    <a:solidFill>
                      <a:srgbClr val="F8FBFF"/>
                    </a:solidFill>
                  </a:tcPr>
                </a:tc>
                <a:tc>
                  <a:txBody>
                    <a:bodyPr/>
                    <a:lstStyle/>
                    <a:p>
                      <a:pPr algn="ctr">
                        <a:defRPr sz="1200" b="0">
                          <a:solidFill>
                            <a:srgbClr val="1E283C"/>
                          </a:solidFill>
                          <a:latin typeface="Yu Gothic"/>
                        </a:defRPr>
                      </a:pPr>
                      <a:r>
                        <a:t>4</a:t>
                      </a:r>
                    </a:p>
                  </a:txBody>
                  <a:tcPr marL="45720" marR="45720" marT="27432" marB="27432" anchor="ctr">
                    <a:solidFill>
                      <a:srgbClr val="F8FBFF"/>
                    </a:solidFill>
                  </a:tcPr>
                </a:tc>
                <a:extLst>
                  <a:ext uri="{0D108BD9-81ED-4DB2-BD59-A6C34878D82A}">
                    <a16:rowId xmlns:a16="http://schemas.microsoft.com/office/drawing/2014/main" val="10003"/>
                  </a:ext>
                </a:extLst>
              </a:tr>
              <a:tr h="502920">
                <a:tc>
                  <a:txBody>
                    <a:bodyPr/>
                    <a:lstStyle/>
                    <a:p>
                      <a:pPr algn="l">
                        <a:defRPr sz="1200" b="0">
                          <a:solidFill>
                            <a:srgbClr val="1E283C"/>
                          </a:solidFill>
                          <a:latin typeface="Yu Gothic"/>
                        </a:defRPr>
                      </a:pPr>
                      <a:r>
                        <a:t>DC B best</a:t>
                      </a:r>
                    </a:p>
                  </a:txBody>
                  <a:tcPr marL="45720" marR="45720" marT="27432" marB="27432" anchor="ctr">
                    <a:solidFill>
                      <a:srgbClr val="FFFFFF"/>
                    </a:solidFill>
                  </a:tcPr>
                </a:tc>
                <a:tc>
                  <a:txBody>
                    <a:bodyPr/>
                    <a:lstStyle/>
                    <a:p>
                      <a:pPr algn="ctr">
                        <a:defRPr sz="1200" b="0">
                          <a:solidFill>
                            <a:srgbClr val="1E283C"/>
                          </a:solidFill>
                          <a:latin typeface="Yu Gothic"/>
                        </a:defRPr>
                      </a:pPr>
                      <a:r>
                        <a:t>+0.49pp</a:t>
                      </a:r>
                    </a:p>
                  </a:txBody>
                  <a:tcPr marL="45720" marR="45720" marT="27432" marB="27432" anchor="ctr">
                    <a:solidFill>
                      <a:srgbClr val="FFFFFF"/>
                    </a:solidFill>
                  </a:tcPr>
                </a:tc>
                <a:tc>
                  <a:txBody>
                    <a:bodyPr/>
                    <a:lstStyle/>
                    <a:p>
                      <a:pPr algn="ctr">
                        <a:defRPr sz="1200" b="0">
                          <a:solidFill>
                            <a:srgbClr val="1E283C"/>
                          </a:solidFill>
                          <a:latin typeface="Yu Gothic"/>
                        </a:defRPr>
                      </a:pPr>
                      <a:r>
                        <a:t>4</a:t>
                      </a:r>
                    </a:p>
                  </a:txBody>
                  <a:tcPr marL="45720" marR="45720"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9" name="Rounded Rectangle 4">
            <a:extLst>
              <a:ext uri="{FF2B5EF4-FFF2-40B4-BE49-F238E27FC236}">
                <a16:creationId xmlns:a16="http://schemas.microsoft.com/office/drawing/2014/main" id="{9F02854F-7BA9-701E-02F9-79DBD3F799B0}"/>
              </a:ext>
            </a:extLst>
          </p:cNvPr>
          <p:cNvSpPr/>
          <p:nvPr/>
        </p:nvSpPr>
        <p:spPr>
          <a:xfrm>
            <a:off x="7132320" y="4114800"/>
            <a:ext cx="3977639" cy="777240"/>
          </a:xfrm>
          <a:prstGeom prst="roundRect">
            <a:avLst/>
          </a:prstGeom>
          <a:solidFill>
            <a:srgbClr val="FFEBEB"/>
          </a:solidFill>
          <a:ln>
            <a:solidFill>
              <a:srgbClr val="CA4B4E"/>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200" b="1">
                <a:solidFill>
                  <a:srgbClr val="091637"/>
                </a:solidFill>
                <a:latin typeface="Yu Gothic"/>
              </a:defRPr>
            </a:pPr>
            <a:r>
              <a:t>平均改善はあるが、seedを跨ぐと悪化ケースが増える</a:t>
            </a:r>
          </a:p>
        </p:txBody>
      </p:sp>
      <p:sp>
        <p:nvSpPr>
          <p:cNvPr id="10" name="Rectangle 5">
            <a:extLst>
              <a:ext uri="{FF2B5EF4-FFF2-40B4-BE49-F238E27FC236}">
                <a16:creationId xmlns:a16="http://schemas.microsoft.com/office/drawing/2014/main" id="{72A0BB06-3094-6FC3-875B-D39FE224063F}"/>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DC系は平均改善はあるが、seedを跨ぐと悪化ケースが増える。</a:t>
            </a:r>
          </a:p>
        </p:txBody>
      </p:sp>
      <p:pic>
        <p:nvPicPr>
          <p:cNvPr id="12" name="図 11">
            <a:extLst>
              <a:ext uri="{FF2B5EF4-FFF2-40B4-BE49-F238E27FC236}">
                <a16:creationId xmlns:a16="http://schemas.microsoft.com/office/drawing/2014/main" id="{287E55D7-972E-71DA-5237-8BD98DA8633A}"/>
              </a:ext>
            </a:extLst>
          </p:cNvPr>
          <p:cNvPicPr>
            <a:picLocks noChangeAspect="1"/>
          </p:cNvPicPr>
          <p:nvPr/>
        </p:nvPicPr>
        <p:blipFill>
          <a:blip r:embed="rId3"/>
          <a:stretch>
            <a:fillRect/>
          </a:stretch>
        </p:blipFill>
        <p:spPr>
          <a:xfrm>
            <a:off x="251883" y="1234441"/>
            <a:ext cx="6617585" cy="39471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91347"/>
            <a:ext cx="9189720" cy="502920"/>
          </a:xfrm>
          <a:prstGeom prst="rect">
            <a:avLst/>
          </a:prstGeom>
          <a:noFill/>
          <a:ln/>
        </p:spPr>
        <p:txBody>
          <a:bodyPr wrap="square" lIns="0" tIns="0" rIns="0" bIns="0" rtlCol="0" anchor="ctr">
            <a:normAutofit/>
          </a:bodyPr>
          <a:lstStyle/>
          <a:p>
            <a:r>
              <a:rPr lang="ja-JP" altLang="en-US" sz="2400" b="1"/>
              <a:t>分析：</a:t>
            </a:r>
            <a:r>
              <a:rPr lang="en" altLang="ja-JP" sz="2400" b="1" dirty="0"/>
              <a:t>L3 commit </a:t>
            </a:r>
            <a:r>
              <a:rPr lang="ja-JP" altLang="en-US" sz="2400" b="1"/>
              <a:t>は改善の主因か</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3:wrappingTextBoxFlag xmlns:ns3="http://schemas.microsoft.com/office/mac/drawingml/2011/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19</a:t>
            </a:fld>
            <a:endParaRPr lang="en-US">
              <a:latin typeface="Yu Gothic"/>
              <a:ea typeface="Yu Gothic"/>
              <a:cs typeface="Yu Gothic"/>
            </a:endParaRPr>
          </a:p>
        </p:txBody>
      </p:sp>
      <p:sp>
        <p:nvSpPr>
          <p:cNvPr id="7" name="TextBox 3">
            <a:extLst>
              <a:ext uri="{FF2B5EF4-FFF2-40B4-BE49-F238E27FC236}">
                <a16:creationId xmlns:a16="http://schemas.microsoft.com/office/drawing/2014/main" id="{684ACFA4-89BC-4B18-B081-55E82E43CFB0}"/>
              </a:ext>
            </a:extLst>
          </p:cNvPr>
          <p:cNvSpPr txBox="1"/>
          <p:nvPr/>
        </p:nvSpPr>
        <p:spPr>
          <a:xfrm>
            <a:off x="891539" y="4878324"/>
            <a:ext cx="10149840" cy="1143000"/>
          </a:xfrm>
          <a:prstGeom prst="rect">
            <a:avLst/>
          </a:prstGeom>
          <a:noFill/>
        </p:spPr>
        <p:txBody>
          <a:bodyPr wrap="square">
            <a:noAutofit/>
          </a:bodyPr>
          <a:lstStyle/>
          <a:p>
            <a:pPr>
              <a:lnSpc>
                <a:spcPct val="105000"/>
              </a:lnSpc>
              <a:defRPr sz="1120" b="0">
                <a:solidFill>
                  <a:srgbClr val="1E283C"/>
                </a:solidFill>
                <a:latin typeface="Yu Gothic"/>
              </a:defRPr>
            </a:pPr>
            <a:r>
              <a:rPr dirty="0"/>
              <a:t>• </a:t>
            </a:r>
            <a:r>
              <a:rPr dirty="0" err="1"/>
              <a:t>correction_memory_no_commit</a:t>
            </a:r>
            <a:r>
              <a:rPr dirty="0"/>
              <a:t> </a:t>
            </a:r>
            <a:r>
              <a:rPr dirty="0" err="1"/>
              <a:t>でも</a:t>
            </a:r>
            <a:r>
              <a:rPr dirty="0"/>
              <a:t> +0.85pp </a:t>
            </a:r>
            <a:r>
              <a:rPr dirty="0" err="1"/>
              <a:t>が出ている</a:t>
            </a:r>
            <a:endParaRPr dirty="0"/>
          </a:p>
          <a:p>
            <a:pPr>
              <a:lnSpc>
                <a:spcPct val="105000"/>
              </a:lnSpc>
              <a:defRPr sz="1120" b="0">
                <a:solidFill>
                  <a:srgbClr val="1E283C"/>
                </a:solidFill>
                <a:latin typeface="Yu Gothic"/>
              </a:defRPr>
            </a:pPr>
            <a:r>
              <a:rPr dirty="0"/>
              <a:t>• </a:t>
            </a:r>
            <a:r>
              <a:rPr dirty="0" err="1"/>
              <a:t>replay_gated</a:t>
            </a:r>
            <a:r>
              <a:rPr dirty="0"/>
              <a:t> </a:t>
            </a:r>
            <a:r>
              <a:rPr dirty="0" err="1"/>
              <a:t>と</a:t>
            </a:r>
            <a:r>
              <a:rPr dirty="0"/>
              <a:t> </a:t>
            </a:r>
            <a:r>
              <a:rPr dirty="0" err="1"/>
              <a:t>no_replay_gate</a:t>
            </a:r>
            <a:r>
              <a:rPr dirty="0"/>
              <a:t> </a:t>
            </a:r>
            <a:r>
              <a:rPr dirty="0" err="1"/>
              <a:t>は</a:t>
            </a:r>
            <a:r>
              <a:rPr dirty="0"/>
              <a:t> </a:t>
            </a:r>
            <a:r>
              <a:rPr dirty="0" err="1"/>
              <a:t>commit回数が異なるが、改善幅は同じ</a:t>
            </a:r>
            <a:endParaRPr dirty="0"/>
          </a:p>
          <a:p>
            <a:pPr>
              <a:lnSpc>
                <a:spcPct val="105000"/>
              </a:lnSpc>
              <a:defRPr sz="1120" b="0">
                <a:solidFill>
                  <a:srgbClr val="1E283C"/>
                </a:solidFill>
                <a:latin typeface="Yu Gothic"/>
              </a:defRPr>
            </a:pPr>
            <a:r>
              <a:rPr dirty="0"/>
              <a:t>• high mean variant </a:t>
            </a:r>
            <a:r>
              <a:rPr dirty="0" err="1"/>
              <a:t>は</a:t>
            </a:r>
            <a:r>
              <a:rPr dirty="0"/>
              <a:t> commit 0回でも最大改善を示す</a:t>
            </a:r>
          </a:p>
          <a:p>
            <a:pPr>
              <a:lnSpc>
                <a:spcPct val="105000"/>
              </a:lnSpc>
              <a:defRPr sz="1120" b="0">
                <a:solidFill>
                  <a:srgbClr val="1E283C"/>
                </a:solidFill>
                <a:latin typeface="Yu Gothic"/>
              </a:defRPr>
            </a:pPr>
            <a:r>
              <a:rPr dirty="0"/>
              <a:t>• </a:t>
            </a:r>
            <a:r>
              <a:rPr dirty="0" err="1"/>
              <a:t>commit回数が増えても精度改善は説明できない</a:t>
            </a:r>
            <a:endParaRPr dirty="0"/>
          </a:p>
        </p:txBody>
      </p:sp>
      <p:sp>
        <p:nvSpPr>
          <p:cNvPr id="8" name="Rectangle 4">
            <a:extLst>
              <a:ext uri="{FF2B5EF4-FFF2-40B4-BE49-F238E27FC236}">
                <a16:creationId xmlns:a16="http://schemas.microsoft.com/office/drawing/2014/main" id="{E069A5BC-4A9C-DC03-D94E-0F7C4AB97B87}"/>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改善の主因は、L3 commit ではなく L1補正・L2 memory 側にある可能性が高い。</a:t>
            </a:r>
          </a:p>
        </p:txBody>
      </p:sp>
      <p:pic>
        <p:nvPicPr>
          <p:cNvPr id="10" name="図 9" descr="グラフ, 棒グラフ&#10;&#10;自動的に生成された説明">
            <a:extLst>
              <a:ext uri="{FF2B5EF4-FFF2-40B4-BE49-F238E27FC236}">
                <a16:creationId xmlns:a16="http://schemas.microsoft.com/office/drawing/2014/main" id="{2982115E-FB52-4BE5-77C8-A76CF62DF56B}"/>
              </a:ext>
            </a:extLst>
          </p:cNvPr>
          <p:cNvPicPr>
            <a:picLocks noChangeAspect="1"/>
          </p:cNvPicPr>
          <p:nvPr/>
        </p:nvPicPr>
        <p:blipFill>
          <a:blip r:embed="rId3"/>
          <a:stretch>
            <a:fillRect/>
          </a:stretch>
        </p:blipFill>
        <p:spPr>
          <a:xfrm>
            <a:off x="397402" y="1055625"/>
            <a:ext cx="11397195" cy="36914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182880"/>
            <a:ext cx="9189720" cy="502920"/>
          </a:xfrm>
          <a:prstGeom prst="rect">
            <a:avLst/>
          </a:prstGeom>
          <a:noFill/>
          <a:ln/>
        </p:spPr>
        <p:txBody>
          <a:bodyPr wrap="square" lIns="0" tIns="0" rIns="0" bIns="0" rtlCol="0" anchor="ctr">
            <a:normAutofit/>
          </a:bodyPr>
          <a:lstStyle/>
          <a:p>
            <a:r>
              <a:rPr lang="en" altLang="ja-JP" sz="2400" b="1" dirty="0"/>
              <a:t>DC-Replay </a:t>
            </a:r>
            <a:r>
              <a:rPr lang="ja-JP" altLang="en-US" sz="2400" b="1"/>
              <a:t>から分かったこと</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20</a:t>
            </a:fld>
            <a:endParaRPr lang="en-US">
              <a:latin typeface="Yu Gothic"/>
              <a:ea typeface="Yu Gothic"/>
              <a:cs typeface="Yu Gothic"/>
            </a:endParaRPr>
          </a:p>
        </p:txBody>
      </p:sp>
      <p:sp>
        <p:nvSpPr>
          <p:cNvPr id="3" name="Rounded Rectangle 2">
            <a:extLst>
              <a:ext uri="{FF2B5EF4-FFF2-40B4-BE49-F238E27FC236}">
                <a16:creationId xmlns:a16="http://schemas.microsoft.com/office/drawing/2014/main" id="{7B019E81-E16F-F00F-5919-00992B5B0324}"/>
              </a:ext>
            </a:extLst>
          </p:cNvPr>
          <p:cNvSpPr/>
          <p:nvPr/>
        </p:nvSpPr>
        <p:spPr>
          <a:xfrm>
            <a:off x="640080" y="1078992"/>
            <a:ext cx="5074920" cy="411480"/>
          </a:xfrm>
          <a:prstGeom prst="roundRect">
            <a:avLst/>
          </a:prstGeom>
          <a:solidFill>
            <a:srgbClr val="1C61B5"/>
          </a:solidFill>
          <a:ln>
            <a:solidFill>
              <a:srgbClr val="1C61B5"/>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500" b="1">
                <a:solidFill>
                  <a:srgbClr val="FFFFFF"/>
                </a:solidFill>
                <a:latin typeface="Yu Gothic"/>
              </a:defRPr>
            </a:pPr>
            <a:r>
              <a:t>支持されたこと</a:t>
            </a:r>
          </a:p>
        </p:txBody>
      </p:sp>
      <p:sp>
        <p:nvSpPr>
          <p:cNvPr id="4" name="Rounded Rectangle 3">
            <a:extLst>
              <a:ext uri="{FF2B5EF4-FFF2-40B4-BE49-F238E27FC236}">
                <a16:creationId xmlns:a16="http://schemas.microsoft.com/office/drawing/2014/main" id="{F63FF5E2-C17A-C1E4-9E6D-58EBE51338DE}"/>
              </a:ext>
            </a:extLst>
          </p:cNvPr>
          <p:cNvSpPr/>
          <p:nvPr/>
        </p:nvSpPr>
        <p:spPr>
          <a:xfrm>
            <a:off x="6035040" y="1078992"/>
            <a:ext cx="5074920" cy="411480"/>
          </a:xfrm>
          <a:prstGeom prst="roundRect">
            <a:avLst/>
          </a:prstGeom>
          <a:solidFill>
            <a:srgbClr val="CA4B4E"/>
          </a:solidFill>
          <a:ln>
            <a:solidFill>
              <a:srgbClr val="CA4B4E"/>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500" b="1">
                <a:solidFill>
                  <a:srgbClr val="FFFFFF"/>
                </a:solidFill>
                <a:latin typeface="Yu Gothic"/>
              </a:defRPr>
            </a:pPr>
            <a:r>
              <a:t>まだ支持されないこと</a:t>
            </a:r>
          </a:p>
        </p:txBody>
      </p:sp>
      <p:sp>
        <p:nvSpPr>
          <p:cNvPr id="5" name="Rounded Rectangle 4">
            <a:extLst>
              <a:ext uri="{FF2B5EF4-FFF2-40B4-BE49-F238E27FC236}">
                <a16:creationId xmlns:a16="http://schemas.microsoft.com/office/drawing/2014/main" id="{A3BF5AAD-44E3-7020-78FB-95D51A4DF083}"/>
              </a:ext>
            </a:extLst>
          </p:cNvPr>
          <p:cNvSpPr/>
          <p:nvPr/>
        </p:nvSpPr>
        <p:spPr>
          <a:xfrm>
            <a:off x="640080" y="1645919"/>
            <a:ext cx="5074920" cy="4251960"/>
          </a:xfrm>
          <a:prstGeom prst="roundRect">
            <a:avLst/>
          </a:prstGeom>
          <a:solidFill>
            <a:srgbClr val="FFFFFF"/>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lIns="164592" tIns="146304" rtlCol="0" anchor="ctr">
            <a:noAutofit/>
          </a:bodyPr>
          <a:lstStyle/>
          <a:p>
            <a:pPr marL="285750" indent="-285750">
              <a:lnSpc>
                <a:spcPct val="105000"/>
              </a:lnSpc>
              <a:buFont typeface="Wingdings" pitchFamily="2" charset="2"/>
              <a:buChar char="n"/>
              <a:defRPr sz="1400" b="0">
                <a:solidFill>
                  <a:srgbClr val="1E283C"/>
                </a:solidFill>
                <a:latin typeface="Yu Gothic"/>
              </a:defRPr>
            </a:pPr>
            <a:r>
              <a:rPr dirty="0"/>
              <a:t>L1 prediction correction </a:t>
            </a:r>
            <a:r>
              <a:rPr dirty="0" err="1"/>
              <a:t>には精度向上シグナルがある</a:t>
            </a:r>
            <a:endParaRPr lang="en-US" dirty="0"/>
          </a:p>
          <a:p>
            <a:pPr>
              <a:lnSpc>
                <a:spcPct val="105000"/>
              </a:lnSpc>
              <a:defRPr sz="1400" b="0">
                <a:solidFill>
                  <a:srgbClr val="1E283C"/>
                </a:solidFill>
                <a:latin typeface="Yu Gothic"/>
              </a:defRPr>
            </a:pPr>
            <a:endParaRPr lang="en-US" dirty="0"/>
          </a:p>
          <a:p>
            <a:pPr marL="285750" indent="-285750">
              <a:lnSpc>
                <a:spcPct val="105000"/>
              </a:lnSpc>
              <a:buFont typeface="Wingdings" pitchFamily="2" charset="2"/>
              <a:buChar char="n"/>
              <a:defRPr sz="1400" b="0">
                <a:solidFill>
                  <a:srgbClr val="1E283C"/>
                </a:solidFill>
                <a:latin typeface="Yu Gothic"/>
              </a:defRPr>
            </a:pPr>
            <a:r>
              <a:rPr dirty="0"/>
              <a:t> L2 external memory </a:t>
            </a:r>
            <a:r>
              <a:rPr dirty="0" err="1"/>
              <a:t>は</a:t>
            </a:r>
            <a:r>
              <a:rPr dirty="0"/>
              <a:t> target session </a:t>
            </a:r>
            <a:r>
              <a:rPr dirty="0" err="1"/>
              <a:t>情報の使い方として有望</a:t>
            </a:r>
            <a:endParaRPr lang="en-US" dirty="0"/>
          </a:p>
          <a:p>
            <a:pPr>
              <a:lnSpc>
                <a:spcPct val="105000"/>
              </a:lnSpc>
              <a:defRPr sz="1400" b="0">
                <a:solidFill>
                  <a:srgbClr val="1E283C"/>
                </a:solidFill>
                <a:latin typeface="Yu Gothic"/>
              </a:defRPr>
            </a:pPr>
            <a:endParaRPr dirty="0"/>
          </a:p>
          <a:p>
            <a:pPr marL="285750" indent="-285750">
              <a:lnSpc>
                <a:spcPct val="105000"/>
              </a:lnSpc>
              <a:buFont typeface="Wingdings" pitchFamily="2" charset="2"/>
              <a:buChar char="n"/>
              <a:defRPr sz="1400" b="0">
                <a:solidFill>
                  <a:srgbClr val="1E283C"/>
                </a:solidFill>
                <a:latin typeface="Yu Gothic"/>
              </a:defRPr>
            </a:pPr>
            <a:r>
              <a:rPr dirty="0"/>
              <a:t>Replay-</a:t>
            </a:r>
            <a:r>
              <a:rPr dirty="0" err="1"/>
              <a:t>SafeCommit</a:t>
            </a:r>
            <a:r>
              <a:rPr dirty="0"/>
              <a:t> </a:t>
            </a:r>
            <a:r>
              <a:rPr dirty="0" err="1"/>
              <a:t>は安全基準としてまだ強い</a:t>
            </a:r>
            <a:endParaRPr dirty="0"/>
          </a:p>
        </p:txBody>
      </p:sp>
      <p:sp>
        <p:nvSpPr>
          <p:cNvPr id="6" name="Rounded Rectangle 5">
            <a:extLst>
              <a:ext uri="{FF2B5EF4-FFF2-40B4-BE49-F238E27FC236}">
                <a16:creationId xmlns:a16="http://schemas.microsoft.com/office/drawing/2014/main" id="{10A084F9-1FBC-C444-5274-95F3B467A819}"/>
              </a:ext>
            </a:extLst>
          </p:cNvPr>
          <p:cNvSpPr/>
          <p:nvPr/>
        </p:nvSpPr>
        <p:spPr>
          <a:xfrm>
            <a:off x="6035040" y="1645919"/>
            <a:ext cx="5074920" cy="4251960"/>
          </a:xfrm>
          <a:prstGeom prst="roundRect">
            <a:avLst/>
          </a:prstGeom>
          <a:solidFill>
            <a:srgbClr val="FFFFFF"/>
          </a:solidFill>
          <a:ln w="12700">
            <a:solidFill>
              <a:srgbClr val="A6C6ED"/>
            </a:solidFill>
          </a:ln>
        </p:spPr>
        <p:style>
          <a:lnRef idx="1">
            <a:schemeClr val="accent1"/>
          </a:lnRef>
          <a:fillRef idx="3">
            <a:schemeClr val="accent1"/>
          </a:fillRef>
          <a:effectRef idx="2">
            <a:schemeClr val="accent1"/>
          </a:effectRef>
          <a:fontRef idx="minor">
            <a:schemeClr val="lt1"/>
          </a:fontRef>
        </p:style>
        <p:txBody>
          <a:bodyPr wrap="square" lIns="164592" tIns="146304" rtlCol="0" anchor="ctr">
            <a:noAutofit/>
          </a:bodyPr>
          <a:lstStyle/>
          <a:p>
            <a:pPr marL="285750" indent="-285750">
              <a:lnSpc>
                <a:spcPct val="105000"/>
              </a:lnSpc>
              <a:buFont typeface="Wingdings" pitchFamily="2" charset="2"/>
              <a:buChar char="n"/>
              <a:defRPr sz="1400" b="0">
                <a:solidFill>
                  <a:srgbClr val="1E283C"/>
                </a:solidFill>
                <a:latin typeface="Yu Gothic"/>
              </a:defRPr>
            </a:pPr>
            <a:r>
              <a:rPr dirty="0"/>
              <a:t>L3 replay-gated commit </a:t>
            </a:r>
            <a:r>
              <a:rPr dirty="0" err="1"/>
              <a:t>が改善の主因である</a:t>
            </a:r>
            <a:endParaRPr lang="en-US" dirty="0"/>
          </a:p>
          <a:p>
            <a:pPr>
              <a:lnSpc>
                <a:spcPct val="105000"/>
              </a:lnSpc>
              <a:defRPr sz="1400" b="0">
                <a:solidFill>
                  <a:srgbClr val="1E283C"/>
                </a:solidFill>
                <a:latin typeface="Yu Gothic"/>
              </a:defRPr>
            </a:pPr>
            <a:endParaRPr dirty="0"/>
          </a:p>
          <a:p>
            <a:pPr marL="285750" indent="-285750">
              <a:lnSpc>
                <a:spcPct val="105000"/>
              </a:lnSpc>
              <a:buFont typeface="Wingdings" pitchFamily="2" charset="2"/>
              <a:buChar char="n"/>
              <a:defRPr sz="1400" b="0">
                <a:solidFill>
                  <a:srgbClr val="1E283C"/>
                </a:solidFill>
                <a:latin typeface="Yu Gothic"/>
              </a:defRPr>
            </a:pPr>
            <a:r>
              <a:rPr dirty="0"/>
              <a:t>DC-Replay </a:t>
            </a:r>
            <a:r>
              <a:rPr dirty="0" err="1"/>
              <a:t>が</a:t>
            </a:r>
            <a:r>
              <a:rPr dirty="0"/>
              <a:t> </a:t>
            </a:r>
            <a:r>
              <a:rPr dirty="0" err="1"/>
              <a:t>seed安定性込みで</a:t>
            </a:r>
            <a:r>
              <a:rPr dirty="0"/>
              <a:t> Replay-</a:t>
            </a:r>
            <a:r>
              <a:rPr dirty="0" err="1"/>
              <a:t>SafeCommit</a:t>
            </a:r>
            <a:r>
              <a:rPr dirty="0"/>
              <a:t> </a:t>
            </a:r>
            <a:r>
              <a:rPr dirty="0" err="1"/>
              <a:t>を超える</a:t>
            </a:r>
            <a:endParaRPr lang="en-US" dirty="0"/>
          </a:p>
          <a:p>
            <a:pPr>
              <a:lnSpc>
                <a:spcPct val="105000"/>
              </a:lnSpc>
              <a:defRPr sz="1400" b="0">
                <a:solidFill>
                  <a:srgbClr val="1E283C"/>
                </a:solidFill>
                <a:latin typeface="Yu Gothic"/>
              </a:defRPr>
            </a:pPr>
            <a:endParaRPr dirty="0"/>
          </a:p>
          <a:p>
            <a:pPr marL="285750" indent="-285750">
              <a:lnSpc>
                <a:spcPct val="105000"/>
              </a:lnSpc>
              <a:buFont typeface="Wingdings" pitchFamily="2" charset="2"/>
              <a:buChar char="n"/>
              <a:defRPr sz="1400" b="0">
                <a:solidFill>
                  <a:srgbClr val="1E283C"/>
                </a:solidFill>
                <a:latin typeface="Yu Gothic"/>
              </a:defRPr>
            </a:pPr>
            <a:r>
              <a:rPr dirty="0"/>
              <a:t>aggressive correction </a:t>
            </a:r>
            <a:r>
              <a:rPr dirty="0" err="1"/>
              <a:t>をそのまま採用して安全である</a:t>
            </a:r>
            <a:endParaRPr dirty="0"/>
          </a:p>
        </p:txBody>
      </p:sp>
      <p:sp>
        <p:nvSpPr>
          <p:cNvPr id="19" name="Rectangle 6">
            <a:extLst>
              <a:ext uri="{FF2B5EF4-FFF2-40B4-BE49-F238E27FC236}">
                <a16:creationId xmlns:a16="http://schemas.microsoft.com/office/drawing/2014/main" id="{742654C6-64D1-B7B3-ECE4-EBF712158939}"/>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次は、L1/L2 を中心に、補正力と安全性を両立できるかを検証する。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85BF0E0-7820-2F4F-C428-7178E6C7A943}"/>
              </a:ext>
            </a:extLst>
          </p:cNvPr>
          <p:cNvSpPr>
            <a:spLocks noGrp="1"/>
          </p:cNvSpPr>
          <p:nvPr>
            <p:ph type="body" sz="quarter" idx="10"/>
          </p:nvPr>
        </p:nvSpPr>
        <p:spPr/>
        <p:txBody>
          <a:bodyPr/>
          <a:lstStyle/>
          <a:p>
            <a:r>
              <a:rPr kumimoji="1" lang="en-US" altLang="ja-JP" dirty="0">
                <a:latin typeface="Yu Gothic"/>
                <a:ea typeface="Yu Gothic"/>
              </a:rPr>
              <a:t>5</a:t>
            </a:r>
            <a:r>
              <a:rPr kumimoji="1" lang="en-US" altLang="ja-JP" dirty="0">
                <a:latin typeface="Yu Gothic"/>
                <a:ea typeface="Yu Gothic"/>
                <a:cs typeface="Yu Gothic"/>
              </a:rPr>
              <a:t>. </a:t>
            </a:r>
            <a:r>
              <a:rPr kumimoji="1" lang="ja-JP" altLang="en-US">
                <a:latin typeface="Yu Gothic"/>
                <a:ea typeface="Yu Gothic"/>
                <a:cs typeface="Yu Gothic"/>
              </a:rPr>
              <a:t>今後の方針</a:t>
            </a:r>
          </a:p>
        </p:txBody>
      </p:sp>
      <p:sp>
        <p:nvSpPr>
          <p:cNvPr id="3" name="スライド番号プレースホルダー 2">
            <a:extLst>
              <a:ext uri="{FF2B5EF4-FFF2-40B4-BE49-F238E27FC236}">
                <a16:creationId xmlns:a16="http://schemas.microsoft.com/office/drawing/2014/main" id="{697FFCF7-85CD-0D7C-1B7F-AFBC0F415FEF}"/>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21</a:t>
            </a:fld>
            <a:endParaRPr lang="en-US">
              <a:latin typeface="Yu Gothic"/>
              <a:ea typeface="Yu Gothic"/>
              <a:cs typeface="Yu Gothic"/>
            </a:endParaRPr>
          </a:p>
        </p:txBody>
      </p:sp>
    </p:spTree>
    <p:extLst>
      <p:ext uri="{BB962C8B-B14F-4D97-AF65-F5344CB8AC3E}">
        <p14:creationId xmlns:p14="http://schemas.microsoft.com/office/powerpoint/2010/main" val="3348874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137B-0263-622F-27BF-9B6CBB176E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6FB0AD-F71B-3C38-A16A-16F5851F728C}"/>
              </a:ext>
            </a:extLst>
          </p:cNvPr>
          <p:cNvSpPr/>
          <p:nvPr/>
        </p:nvSpPr>
        <p:spPr>
          <a:xfrm>
            <a:off x="502920" y="182880"/>
            <a:ext cx="9306098" cy="502920"/>
          </a:xfrm>
          <a:prstGeom prst="rect">
            <a:avLst/>
          </a:prstGeom>
          <a:noFill/>
          <a:ln/>
        </p:spPr>
        <p:txBody>
          <a:bodyPr wrap="square" lIns="0" tIns="0" rIns="0" bIns="0" rtlCol="0" anchor="ctr">
            <a:noAutofit/>
          </a:bodyPr>
          <a:lstStyle/>
          <a:p>
            <a:r>
              <a:rPr lang="ja-JP" altLang="en-US" sz="2400" b="1"/>
              <a:t>安全性の定義を明確にする</a:t>
            </a:r>
          </a:p>
        </p:txBody>
      </p:sp>
      <p:sp>
        <p:nvSpPr>
          <p:cNvPr id="25" name="Slide Number Placeholder 0">
            <a:extLst>
              <a:ext uri="{FF2B5EF4-FFF2-40B4-BE49-F238E27FC236}">
                <a16:creationId xmlns:a16="http://schemas.microsoft.com/office/drawing/2014/main" id="{BEEF21BE-3D67-F265-732E-63CC3A9F6378}"/>
              </a:ext>
            </a:extLst>
          </p:cNvPr>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22</a:t>
            </a:fld>
            <a:endParaRPr lang="en-US">
              <a:latin typeface="Yu Gothic"/>
              <a:ea typeface="Yu Gothic"/>
              <a:cs typeface="Yu Gothic"/>
            </a:endParaRPr>
          </a:p>
        </p:txBody>
      </p:sp>
      <p:graphicFrame>
        <p:nvGraphicFramePr>
          <p:cNvPr id="3" name="Table 2">
            <a:extLst>
              <a:ext uri="{FF2B5EF4-FFF2-40B4-BE49-F238E27FC236}">
                <a16:creationId xmlns:a16="http://schemas.microsoft.com/office/drawing/2014/main" id="{BEC14B22-DF78-F69A-6145-A80BA42BA8F0}"/>
              </a:ext>
            </a:extLst>
          </p:cNvPr>
          <p:cNvGraphicFramePr>
            <a:graphicFrameLocks noGrp="1"/>
          </p:cNvGraphicFramePr>
          <p:nvPr/>
        </p:nvGraphicFramePr>
        <p:xfrm>
          <a:off x="685800" y="1325880"/>
          <a:ext cx="10561320" cy="23317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582930">
                <a:tc>
                  <a:txBody>
                    <a:bodyPr/>
                    <a:lstStyle/>
                    <a:p>
                      <a:pPr algn="ctr">
                        <a:defRPr sz="1220" b="1">
                          <a:solidFill>
                            <a:srgbClr val="FFFFFF"/>
                          </a:solidFill>
                          <a:latin typeface="Yu Gothic"/>
                        </a:defRPr>
                      </a:pPr>
                      <a:r>
                        <a:t>概念</a:t>
                      </a:r>
                    </a:p>
                  </a:txBody>
                  <a:tcPr marL="45720" marR="45720" marT="27432" marB="27432" anchor="ctr">
                    <a:solidFill>
                      <a:srgbClr val="1C61B5"/>
                    </a:solidFill>
                  </a:tcPr>
                </a:tc>
                <a:tc>
                  <a:txBody>
                    <a:bodyPr/>
                    <a:lstStyle/>
                    <a:p>
                      <a:pPr algn="ctr">
                        <a:defRPr sz="1220" b="1">
                          <a:solidFill>
                            <a:srgbClr val="FFFFFF"/>
                          </a:solidFill>
                          <a:latin typeface="Yu Gothic"/>
                        </a:defRPr>
                      </a:pPr>
                      <a:r>
                        <a:t>問うこと</a:t>
                      </a:r>
                    </a:p>
                  </a:txBody>
                  <a:tcPr marL="45720" marR="45720" marT="27432" marB="27432" anchor="ctr">
                    <a:solidFill>
                      <a:srgbClr val="1C61B5"/>
                    </a:solidFill>
                  </a:tcPr>
                </a:tc>
                <a:tc>
                  <a:txBody>
                    <a:bodyPr/>
                    <a:lstStyle/>
                    <a:p>
                      <a:pPr algn="ctr">
                        <a:defRPr sz="1220" b="1">
                          <a:solidFill>
                            <a:srgbClr val="FFFFFF"/>
                          </a:solidFill>
                          <a:latin typeface="Yu Gothic"/>
                        </a:defRPr>
                      </a:pPr>
                      <a:r>
                        <a:t>例</a:t>
                      </a:r>
                    </a:p>
                  </a:txBody>
                  <a:tcPr marL="45720" marR="45720" marT="27432" marB="27432" anchor="ctr">
                    <a:solidFill>
                      <a:srgbClr val="1C61B5"/>
                    </a:solidFill>
                  </a:tcPr>
                </a:tc>
                <a:extLst>
                  <a:ext uri="{0D108BD9-81ED-4DB2-BD59-A6C34878D82A}">
                    <a16:rowId xmlns:a16="http://schemas.microsoft.com/office/drawing/2014/main" val="10000"/>
                  </a:ext>
                </a:extLst>
              </a:tr>
              <a:tr h="582930">
                <a:tc>
                  <a:txBody>
                    <a:bodyPr/>
                    <a:lstStyle/>
                    <a:p>
                      <a:pPr algn="l">
                        <a:defRPr sz="1220" b="0">
                          <a:solidFill>
                            <a:srgbClr val="1E283C"/>
                          </a:solidFill>
                          <a:latin typeface="Yu Gothic"/>
                        </a:defRPr>
                      </a:pPr>
                      <a:r>
                        <a:t>汎用性</a:t>
                      </a:r>
                    </a:p>
                  </a:txBody>
                  <a:tcPr marL="45720" marR="45720" marT="27432" marB="27432" anchor="ctr">
                    <a:solidFill>
                      <a:srgbClr val="F8FBFF"/>
                    </a:solidFill>
                  </a:tcPr>
                </a:tc>
                <a:tc>
                  <a:txBody>
                    <a:bodyPr/>
                    <a:lstStyle/>
                    <a:p>
                      <a:pPr algn="ctr">
                        <a:defRPr sz="1220" b="0">
                          <a:solidFill>
                            <a:srgbClr val="1E283C"/>
                          </a:solidFill>
                          <a:latin typeface="Yu Gothic"/>
                        </a:defRPr>
                      </a:pPr>
                      <a:r>
                        <a:t>未知 session / dataset でも当たるか</a:t>
                      </a:r>
                    </a:p>
                  </a:txBody>
                  <a:tcPr marL="45720" marR="45720" marT="27432" marB="27432" anchor="ctr">
                    <a:solidFill>
                      <a:srgbClr val="F8FBFF"/>
                    </a:solidFill>
                  </a:tcPr>
                </a:tc>
                <a:tc>
                  <a:txBody>
                    <a:bodyPr/>
                    <a:lstStyle/>
                    <a:p>
                      <a:pPr algn="ctr">
                        <a:defRPr sz="1220" b="0">
                          <a:solidFill>
                            <a:srgbClr val="1E283C"/>
                          </a:solidFill>
                          <a:latin typeface="Yu Gothic"/>
                        </a:defRPr>
                      </a:pPr>
                      <a:r>
                        <a:t>source_only が target で高精度</a:t>
                      </a:r>
                    </a:p>
                  </a:txBody>
                  <a:tcPr marL="45720" marR="45720" marT="27432" marB="27432" anchor="ctr">
                    <a:solidFill>
                      <a:srgbClr val="F8FBFF"/>
                    </a:solidFill>
                  </a:tcPr>
                </a:tc>
                <a:extLst>
                  <a:ext uri="{0D108BD9-81ED-4DB2-BD59-A6C34878D82A}">
                    <a16:rowId xmlns:a16="http://schemas.microsoft.com/office/drawing/2014/main" val="10001"/>
                  </a:ext>
                </a:extLst>
              </a:tr>
              <a:tr h="582930">
                <a:tc>
                  <a:txBody>
                    <a:bodyPr/>
                    <a:lstStyle/>
                    <a:p>
                      <a:pPr algn="l">
                        <a:defRPr sz="1220" b="0">
                          <a:solidFill>
                            <a:srgbClr val="1E283C"/>
                          </a:solidFill>
                          <a:latin typeface="Yu Gothic"/>
                        </a:defRPr>
                      </a:pPr>
                      <a:r>
                        <a:t>ロバスト性</a:t>
                      </a:r>
                    </a:p>
                  </a:txBody>
                  <a:tcPr marL="45720" marR="45720" marT="27432" marB="27432" anchor="ctr">
                    <a:solidFill>
                      <a:srgbClr val="FFFFFF"/>
                    </a:solidFill>
                  </a:tcPr>
                </a:tc>
                <a:tc>
                  <a:txBody>
                    <a:bodyPr/>
                    <a:lstStyle/>
                    <a:p>
                      <a:pPr algn="ctr">
                        <a:defRPr sz="1220" b="0">
                          <a:solidFill>
                            <a:srgbClr val="1E283C"/>
                          </a:solidFill>
                          <a:latin typeface="Yu Gothic"/>
                        </a:defRPr>
                      </a:pPr>
                      <a:r>
                        <a:t>ノイズや drift でも崩れにくいか</a:t>
                      </a:r>
                    </a:p>
                  </a:txBody>
                  <a:tcPr marL="45720" marR="45720" marT="27432" marB="27432" anchor="ctr">
                    <a:solidFill>
                      <a:srgbClr val="FFFFFF"/>
                    </a:solidFill>
                  </a:tcPr>
                </a:tc>
                <a:tc>
                  <a:txBody>
                    <a:bodyPr/>
                    <a:lstStyle/>
                    <a:p>
                      <a:pPr algn="ctr">
                        <a:defRPr sz="1220" b="0">
                          <a:solidFill>
                            <a:srgbClr val="1E283C"/>
                          </a:solidFill>
                          <a:latin typeface="Yu Gothic"/>
                        </a:defRPr>
                      </a:pPr>
                      <a:r>
                        <a:t>artifact があっても予測が安定</a:t>
                      </a:r>
                    </a:p>
                  </a:txBody>
                  <a:tcPr marL="45720" marR="45720" marT="27432" marB="27432" anchor="ctr">
                    <a:solidFill>
                      <a:srgbClr val="FFFFFF"/>
                    </a:solidFill>
                  </a:tcPr>
                </a:tc>
                <a:extLst>
                  <a:ext uri="{0D108BD9-81ED-4DB2-BD59-A6C34878D82A}">
                    <a16:rowId xmlns:a16="http://schemas.microsoft.com/office/drawing/2014/main" val="10002"/>
                  </a:ext>
                </a:extLst>
              </a:tr>
              <a:tr h="582930">
                <a:tc>
                  <a:txBody>
                    <a:bodyPr/>
                    <a:lstStyle/>
                    <a:p>
                      <a:pPr algn="l">
                        <a:defRPr sz="1220" b="0">
                          <a:solidFill>
                            <a:srgbClr val="1E283C"/>
                          </a:solidFill>
                          <a:latin typeface="Yu Gothic"/>
                        </a:defRPr>
                      </a:pPr>
                      <a:r>
                        <a:t>安全性</a:t>
                      </a:r>
                    </a:p>
                  </a:txBody>
                  <a:tcPr marL="45720" marR="45720" marT="27432" marB="27432" anchor="ctr">
                    <a:solidFill>
                      <a:srgbClr val="F8FBFF"/>
                    </a:solidFill>
                  </a:tcPr>
                </a:tc>
                <a:tc>
                  <a:txBody>
                    <a:bodyPr/>
                    <a:lstStyle/>
                    <a:p>
                      <a:pPr algn="ctr">
                        <a:defRPr sz="1220" b="0">
                          <a:solidFill>
                            <a:srgbClr val="1E283C"/>
                          </a:solidFill>
                          <a:latin typeface="Yu Gothic"/>
                        </a:defRPr>
                      </a:pPr>
                      <a:r>
                        <a:t>適応したせいで悪化させないか</a:t>
                      </a:r>
                    </a:p>
                  </a:txBody>
                  <a:tcPr marL="45720" marR="45720" marT="27432" marB="27432" anchor="ctr">
                    <a:solidFill>
                      <a:srgbClr val="F8FBFF"/>
                    </a:solidFill>
                  </a:tcPr>
                </a:tc>
                <a:tc>
                  <a:txBody>
                    <a:bodyPr/>
                    <a:lstStyle/>
                    <a:p>
                      <a:pPr algn="ctr">
                        <a:defRPr sz="1220" b="0">
                          <a:solidFill>
                            <a:srgbClr val="1E283C"/>
                          </a:solidFill>
                          <a:latin typeface="Yu Gothic"/>
                        </a:defRPr>
                      </a:pPr>
                      <a:r>
                        <a:t>OTTA update が subject を壊さない</a:t>
                      </a:r>
                    </a:p>
                  </a:txBody>
                  <a:tcPr marL="45720" marR="45720" marT="27432" marB="27432" anchor="ctr">
                    <a:solidFill>
                      <a:srgbClr val="F8FBFF"/>
                    </a:solidFill>
                  </a:tcPr>
                </a:tc>
                <a:extLst>
                  <a:ext uri="{0D108BD9-81ED-4DB2-BD59-A6C34878D82A}">
                    <a16:rowId xmlns:a16="http://schemas.microsoft.com/office/drawing/2014/main" val="10003"/>
                  </a:ext>
                </a:extLst>
              </a:tr>
            </a:tbl>
          </a:graphicData>
        </a:graphic>
      </p:graphicFrame>
      <p:sp>
        <p:nvSpPr>
          <p:cNvPr id="4" name="Rounded Rectangle 3">
            <a:extLst>
              <a:ext uri="{FF2B5EF4-FFF2-40B4-BE49-F238E27FC236}">
                <a16:creationId xmlns:a16="http://schemas.microsoft.com/office/drawing/2014/main" id="{36567425-5B44-1B08-AC66-1B4F2FB8DF6E}"/>
              </a:ext>
            </a:extLst>
          </p:cNvPr>
          <p:cNvSpPr/>
          <p:nvPr/>
        </p:nvSpPr>
        <p:spPr>
          <a:xfrm>
            <a:off x="1234440" y="4069080"/>
            <a:ext cx="9372600" cy="685800"/>
          </a:xfrm>
          <a:prstGeom prst="roundRect">
            <a:avLst/>
          </a:prstGeom>
          <a:solidFill>
            <a:srgbClr val="F8FBFF"/>
          </a:solidFill>
          <a:ln>
            <a:solidFill>
              <a:srgbClr val="2D74C4"/>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400" b="1">
                <a:solidFill>
                  <a:srgbClr val="091637"/>
                </a:solidFill>
                <a:latin typeface="Yu Gothic"/>
              </a:defRPr>
            </a:pPr>
            <a:r>
              <a:t>safety は「平均精度が上がった」ではなく、source_only と比べて material harm を起こさないこと。</a:t>
            </a:r>
          </a:p>
        </p:txBody>
      </p:sp>
      <p:sp>
        <p:nvSpPr>
          <p:cNvPr id="5" name="Rectangle 4">
            <a:extLst>
              <a:ext uri="{FF2B5EF4-FFF2-40B4-BE49-F238E27FC236}">
                <a16:creationId xmlns:a16="http://schemas.microsoft.com/office/drawing/2014/main" id="{DE9E781F-72EF-F432-2E8A-99FA60311B3F}"/>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本研究の safety は、online adaptation policy の downside control として定義する。</a:t>
            </a:r>
          </a:p>
        </p:txBody>
      </p:sp>
    </p:spTree>
    <p:extLst>
      <p:ext uri="{BB962C8B-B14F-4D97-AF65-F5344CB8AC3E}">
        <p14:creationId xmlns:p14="http://schemas.microsoft.com/office/powerpoint/2010/main" val="1085715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182880"/>
            <a:ext cx="9306098" cy="502920"/>
          </a:xfrm>
          <a:prstGeom prst="rect">
            <a:avLst/>
          </a:prstGeom>
          <a:noFill/>
          <a:ln/>
        </p:spPr>
        <p:txBody>
          <a:bodyPr wrap="square" lIns="0" tIns="0" rIns="0" bIns="0" rtlCol="0" anchor="ctr">
            <a:noAutofit/>
          </a:bodyPr>
          <a:lstStyle/>
          <a:p>
            <a:r>
              <a:rPr lang="ja-JP" altLang="en-US" sz="2400" b="1"/>
              <a:t>指標とログをブラッシュアップする</a:t>
            </a:r>
          </a:p>
        </p:txBody>
      </p:sp>
      <p:sp>
        <p:nvSpPr>
          <p:cNvPr id="25" name="Slide Number Placeholder 0"/>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23</a:t>
            </a:fld>
            <a:endParaRPr lang="en-US">
              <a:latin typeface="Yu Gothic"/>
              <a:ea typeface="Yu Gothic"/>
              <a:cs typeface="Yu Gothic"/>
            </a:endParaRPr>
          </a:p>
        </p:txBody>
      </p:sp>
      <p:graphicFrame>
        <p:nvGraphicFramePr>
          <p:cNvPr id="8" name="Table 2">
            <a:extLst>
              <a:ext uri="{FF2B5EF4-FFF2-40B4-BE49-F238E27FC236}">
                <a16:creationId xmlns:a16="http://schemas.microsoft.com/office/drawing/2014/main" id="{959B362C-D9A6-0B37-4F3A-FFF7E4260E56}"/>
              </a:ext>
            </a:extLst>
          </p:cNvPr>
          <p:cNvGraphicFramePr>
            <a:graphicFrameLocks noGrp="1"/>
          </p:cNvGraphicFramePr>
          <p:nvPr/>
        </p:nvGraphicFramePr>
        <p:xfrm>
          <a:off x="777240" y="1097280"/>
          <a:ext cx="10469880" cy="388620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647700">
                <a:tc>
                  <a:txBody>
                    <a:bodyPr/>
                    <a:lstStyle/>
                    <a:p>
                      <a:pPr algn="ctr">
                        <a:defRPr sz="1180" b="1">
                          <a:solidFill>
                            <a:srgbClr val="FFFFFF"/>
                          </a:solidFill>
                          <a:latin typeface="Yu Gothic"/>
                        </a:defRPr>
                      </a:pPr>
                      <a:r>
                        <a:t>分類</a:t>
                      </a:r>
                    </a:p>
                  </a:txBody>
                  <a:tcPr marL="45720" marR="45720" marT="27432" marB="27432" anchor="ctr">
                    <a:solidFill>
                      <a:srgbClr val="1C61B5"/>
                    </a:solidFill>
                  </a:tcPr>
                </a:tc>
                <a:tc>
                  <a:txBody>
                    <a:bodyPr/>
                    <a:lstStyle/>
                    <a:p>
                      <a:pPr algn="ctr">
                        <a:defRPr sz="1180" b="1">
                          <a:solidFill>
                            <a:srgbClr val="FFFFFF"/>
                          </a:solidFill>
                          <a:latin typeface="Yu Gothic"/>
                        </a:defRPr>
                      </a:pPr>
                      <a:r>
                        <a:t>保存する値</a:t>
                      </a:r>
                    </a:p>
                  </a:txBody>
                  <a:tcPr marL="45720" marR="45720" marT="27432" marB="27432" anchor="ctr">
                    <a:solidFill>
                      <a:srgbClr val="1C61B5"/>
                    </a:solidFill>
                  </a:tcPr>
                </a:tc>
                <a:extLst>
                  <a:ext uri="{0D108BD9-81ED-4DB2-BD59-A6C34878D82A}">
                    <a16:rowId xmlns:a16="http://schemas.microsoft.com/office/drawing/2014/main" val="10000"/>
                  </a:ext>
                </a:extLst>
              </a:tr>
              <a:tr h="647700">
                <a:tc>
                  <a:txBody>
                    <a:bodyPr/>
                    <a:lstStyle/>
                    <a:p>
                      <a:pPr algn="l">
                        <a:defRPr sz="1180" b="0">
                          <a:solidFill>
                            <a:srgbClr val="1E283C"/>
                          </a:solidFill>
                          <a:latin typeface="Yu Gothic"/>
                        </a:defRPr>
                      </a:pPr>
                      <a:r>
                        <a:t>raw prediction</a:t>
                      </a:r>
                    </a:p>
                  </a:txBody>
                  <a:tcPr marL="45720" marR="45720" marT="27432" marB="27432" anchor="ctr">
                    <a:solidFill>
                      <a:srgbClr val="F8FBFF"/>
                    </a:solidFill>
                  </a:tcPr>
                </a:tc>
                <a:tc>
                  <a:txBody>
                    <a:bodyPr/>
                    <a:lstStyle/>
                    <a:p>
                      <a:pPr algn="ctr">
                        <a:defRPr sz="1180" b="0">
                          <a:solidFill>
                            <a:srgbClr val="1E283C"/>
                          </a:solidFill>
                          <a:latin typeface="Yu Gothic"/>
                        </a:defRPr>
                      </a:pPr>
                      <a:r>
                        <a:t>raw_pred, raw_pmax, raw_entropy, raw_margin</a:t>
                      </a:r>
                    </a:p>
                  </a:txBody>
                  <a:tcPr marL="45720" marR="45720" marT="27432" marB="27432" anchor="ctr">
                    <a:solidFill>
                      <a:srgbClr val="F8FBFF"/>
                    </a:solidFill>
                  </a:tcPr>
                </a:tc>
                <a:extLst>
                  <a:ext uri="{0D108BD9-81ED-4DB2-BD59-A6C34878D82A}">
                    <a16:rowId xmlns:a16="http://schemas.microsoft.com/office/drawing/2014/main" val="10001"/>
                  </a:ext>
                </a:extLst>
              </a:tr>
              <a:tr h="647700">
                <a:tc>
                  <a:txBody>
                    <a:bodyPr/>
                    <a:lstStyle/>
                    <a:p>
                      <a:pPr algn="l">
                        <a:defRPr sz="1180" b="0">
                          <a:solidFill>
                            <a:srgbClr val="1E283C"/>
                          </a:solidFill>
                          <a:latin typeface="Yu Gothic"/>
                        </a:defRPr>
                      </a:pPr>
                      <a:r>
                        <a:t>correction</a:t>
                      </a:r>
                    </a:p>
                  </a:txBody>
                  <a:tcPr marL="45720" marR="45720" marT="27432" marB="27432" anchor="ctr">
                    <a:solidFill>
                      <a:srgbClr val="FFFFFF"/>
                    </a:solidFill>
                  </a:tcPr>
                </a:tc>
                <a:tc>
                  <a:txBody>
                    <a:bodyPr/>
                    <a:lstStyle/>
                    <a:p>
                      <a:pPr algn="ctr">
                        <a:defRPr sz="1180" b="0">
                          <a:solidFill>
                            <a:srgbClr val="1E283C"/>
                          </a:solidFill>
                          <a:latin typeface="Yu Gothic"/>
                        </a:defRPr>
                      </a:pPr>
                      <a:r>
                        <a:t>corrected_pred, corrected_pmax, correction_strength</a:t>
                      </a:r>
                    </a:p>
                  </a:txBody>
                  <a:tcPr marL="45720" marR="45720" marT="27432" marB="27432" anchor="ctr">
                    <a:solidFill>
                      <a:srgbClr val="FFFFFF"/>
                    </a:solidFill>
                  </a:tcPr>
                </a:tc>
                <a:extLst>
                  <a:ext uri="{0D108BD9-81ED-4DB2-BD59-A6C34878D82A}">
                    <a16:rowId xmlns:a16="http://schemas.microsoft.com/office/drawing/2014/main" val="10002"/>
                  </a:ext>
                </a:extLst>
              </a:tr>
              <a:tr h="647700">
                <a:tc>
                  <a:txBody>
                    <a:bodyPr/>
                    <a:lstStyle/>
                    <a:p>
                      <a:pPr algn="l">
                        <a:defRPr sz="1180" b="0">
                          <a:solidFill>
                            <a:srgbClr val="1E283C"/>
                          </a:solidFill>
                          <a:latin typeface="Yu Gothic"/>
                        </a:defRPr>
                      </a:pPr>
                      <a:r>
                        <a:t>memory</a:t>
                      </a:r>
                    </a:p>
                  </a:txBody>
                  <a:tcPr marL="45720" marR="45720" marT="27432" marB="27432" anchor="ctr">
                    <a:solidFill>
                      <a:srgbClr val="F8FBFF"/>
                    </a:solidFill>
                  </a:tcPr>
                </a:tc>
                <a:tc>
                  <a:txBody>
                    <a:bodyPr/>
                    <a:lstStyle/>
                    <a:p>
                      <a:pPr algn="ctr">
                        <a:defRPr sz="1180" b="0">
                          <a:solidFill>
                            <a:srgbClr val="1E283C"/>
                          </a:solidFill>
                          <a:latin typeface="Yu Gothic"/>
                        </a:defRPr>
                      </a:pPr>
                      <a:r>
                        <a:t>memory_admitted, admission_score, memory_size, memory_class_entropy</a:t>
                      </a:r>
                    </a:p>
                  </a:txBody>
                  <a:tcPr marL="45720" marR="45720" marT="27432" marB="27432" anchor="ctr">
                    <a:solidFill>
                      <a:srgbClr val="F8FBFF"/>
                    </a:solidFill>
                  </a:tcPr>
                </a:tc>
                <a:extLst>
                  <a:ext uri="{0D108BD9-81ED-4DB2-BD59-A6C34878D82A}">
                    <a16:rowId xmlns:a16="http://schemas.microsoft.com/office/drawing/2014/main" val="10003"/>
                  </a:ext>
                </a:extLst>
              </a:tr>
              <a:tr h="647700">
                <a:tc>
                  <a:txBody>
                    <a:bodyPr/>
                    <a:lstStyle/>
                    <a:p>
                      <a:pPr algn="l">
                        <a:defRPr sz="1180" b="0">
                          <a:solidFill>
                            <a:srgbClr val="1E283C"/>
                          </a:solidFill>
                          <a:latin typeface="Yu Gothic"/>
                        </a:defRPr>
                      </a:pPr>
                      <a:r>
                        <a:t>replay</a:t>
                      </a:r>
                    </a:p>
                  </a:txBody>
                  <a:tcPr marL="45720" marR="45720" marT="27432" marB="27432" anchor="ctr">
                    <a:solidFill>
                      <a:srgbClr val="FFFFFF"/>
                    </a:solidFill>
                  </a:tcPr>
                </a:tc>
                <a:tc>
                  <a:txBody>
                    <a:bodyPr/>
                    <a:lstStyle/>
                    <a:p>
                      <a:pPr algn="ctr">
                        <a:defRPr sz="1180" b="0">
                          <a:solidFill>
                            <a:srgbClr val="1E283C"/>
                          </a:solidFill>
                          <a:latin typeface="Yu Gothic"/>
                        </a:defRPr>
                      </a:pPr>
                      <a:r>
                        <a:t>replay_acc_before/after, replay_margin_before/after, sim_score</a:t>
                      </a:r>
                    </a:p>
                  </a:txBody>
                  <a:tcPr marL="45720" marR="45720" marT="27432" marB="27432" anchor="ctr">
                    <a:solidFill>
                      <a:srgbClr val="FFFFFF"/>
                    </a:solidFill>
                  </a:tcPr>
                </a:tc>
                <a:extLst>
                  <a:ext uri="{0D108BD9-81ED-4DB2-BD59-A6C34878D82A}">
                    <a16:rowId xmlns:a16="http://schemas.microsoft.com/office/drawing/2014/main" val="10004"/>
                  </a:ext>
                </a:extLst>
              </a:tr>
              <a:tr h="647700">
                <a:tc>
                  <a:txBody>
                    <a:bodyPr/>
                    <a:lstStyle/>
                    <a:p>
                      <a:pPr algn="l">
                        <a:defRPr sz="1180" b="0">
                          <a:solidFill>
                            <a:srgbClr val="1E283C"/>
                          </a:solidFill>
                          <a:latin typeface="Yu Gothic"/>
                        </a:defRPr>
                      </a:pPr>
                      <a:r>
                        <a:t>safety labels</a:t>
                      </a:r>
                    </a:p>
                  </a:txBody>
                  <a:tcPr marL="45720" marR="45720" marT="27432" marB="27432" anchor="ctr">
                    <a:solidFill>
                      <a:srgbClr val="F8FBFF"/>
                    </a:solidFill>
                  </a:tcPr>
                </a:tc>
                <a:tc>
                  <a:txBody>
                    <a:bodyPr/>
                    <a:lstStyle/>
                    <a:p>
                      <a:pPr algn="ctr">
                        <a:defRPr sz="1180" b="0">
                          <a:solidFill>
                            <a:srgbClr val="1E283C"/>
                          </a:solidFill>
                          <a:latin typeface="Yu Gothic"/>
                        </a:defRPr>
                      </a:pPr>
                      <a:r>
                        <a:t>helpful_correction, harmful_correction, raw_corrected_disagreement</a:t>
                      </a:r>
                    </a:p>
                  </a:txBody>
                  <a:tcPr marL="45720" marR="45720" marT="27432" marB="27432" anchor="ctr">
                    <a:solidFill>
                      <a:srgbClr val="F8FBFF"/>
                    </a:solidFill>
                  </a:tcPr>
                </a:tc>
                <a:extLst>
                  <a:ext uri="{0D108BD9-81ED-4DB2-BD59-A6C34878D82A}">
                    <a16:rowId xmlns:a16="http://schemas.microsoft.com/office/drawing/2014/main" val="10005"/>
                  </a:ext>
                </a:extLst>
              </a:tr>
            </a:tbl>
          </a:graphicData>
        </a:graphic>
      </p:graphicFrame>
      <p:sp>
        <p:nvSpPr>
          <p:cNvPr id="12" name="Rectangle 3">
            <a:extLst>
              <a:ext uri="{FF2B5EF4-FFF2-40B4-BE49-F238E27FC236}">
                <a16:creationId xmlns:a16="http://schemas.microsoft.com/office/drawing/2014/main" id="{1FCBD402-9497-EA7E-CD64-7177D6C4D3AC}"/>
              </a:ext>
            </a:extLst>
          </p:cNvPr>
          <p:cNvSpPr/>
          <p:nvPr/>
        </p:nvSpPr>
        <p:spPr>
          <a:xfrm>
            <a:off x="502920" y="6053328"/>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悪化した subject で、どの入力・memory・commit が harm に繋がったかを追えるようにする。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E69C-59B8-0B5C-7E41-98AEFD9A28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20C3CF-FE7B-B6A8-61D7-111458E91A6C}"/>
              </a:ext>
            </a:extLst>
          </p:cNvPr>
          <p:cNvSpPr/>
          <p:nvPr/>
        </p:nvSpPr>
        <p:spPr>
          <a:xfrm>
            <a:off x="502920" y="182880"/>
            <a:ext cx="9306098" cy="502920"/>
          </a:xfrm>
          <a:prstGeom prst="rect">
            <a:avLst/>
          </a:prstGeom>
          <a:noFill/>
          <a:ln/>
        </p:spPr>
        <p:txBody>
          <a:bodyPr wrap="square" lIns="0" tIns="0" rIns="0" bIns="0" rtlCol="0" anchor="ctr">
            <a:noAutofit/>
          </a:bodyPr>
          <a:lstStyle/>
          <a:p>
            <a:r>
              <a:rPr lang="ja-JP" altLang="en-US" sz="2400" b="1"/>
              <a:t>次に </a:t>
            </a:r>
            <a:r>
              <a:rPr lang="en" altLang="ja-JP" sz="2400" b="1" dirty="0"/>
              <a:t>CMC </a:t>
            </a:r>
            <a:r>
              <a:rPr lang="ja-JP" altLang="en-US" sz="2400" b="1"/>
              <a:t>を試す理由</a:t>
            </a:r>
          </a:p>
        </p:txBody>
      </p:sp>
      <p:sp>
        <p:nvSpPr>
          <p:cNvPr id="25" name="Slide Number Placeholder 0">
            <a:extLst>
              <a:ext uri="{FF2B5EF4-FFF2-40B4-BE49-F238E27FC236}">
                <a16:creationId xmlns:a16="http://schemas.microsoft.com/office/drawing/2014/main" id="{E86B0A3E-2AC3-072E-0D61-A3394471F3D0}"/>
              </a:ext>
            </a:extLst>
          </p:cNvPr>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24</a:t>
            </a:fld>
            <a:endParaRPr lang="en-US">
              <a:latin typeface="Yu Gothic"/>
              <a:ea typeface="Yu Gothic"/>
              <a:cs typeface="Yu Gothic"/>
            </a:endParaRPr>
          </a:p>
        </p:txBody>
      </p:sp>
      <p:graphicFrame>
        <p:nvGraphicFramePr>
          <p:cNvPr id="3" name="Table 2">
            <a:extLst>
              <a:ext uri="{FF2B5EF4-FFF2-40B4-BE49-F238E27FC236}">
                <a16:creationId xmlns:a16="http://schemas.microsoft.com/office/drawing/2014/main" id="{EC0C1D83-53E9-8E25-BB42-ABEAF76451D8}"/>
              </a:ext>
            </a:extLst>
          </p:cNvPr>
          <p:cNvGraphicFramePr>
            <a:graphicFrameLocks noGrp="1"/>
          </p:cNvGraphicFramePr>
          <p:nvPr/>
        </p:nvGraphicFramePr>
        <p:xfrm>
          <a:off x="777240" y="1097280"/>
          <a:ext cx="10424160" cy="182880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457200">
                <a:tc>
                  <a:txBody>
                    <a:bodyPr/>
                    <a:lstStyle/>
                    <a:p>
                      <a:pPr algn="ctr">
                        <a:defRPr sz="1280" b="1">
                          <a:solidFill>
                            <a:srgbClr val="FFFFFF"/>
                          </a:solidFill>
                          <a:latin typeface="Yu Gothic"/>
                        </a:defRPr>
                      </a:pPr>
                      <a:r>
                        <a:t>項目</a:t>
                      </a:r>
                    </a:p>
                  </a:txBody>
                  <a:tcPr marL="45720" marR="45720" marT="27432" marB="27432" anchor="ctr">
                    <a:solidFill>
                      <a:srgbClr val="1C61B5"/>
                    </a:solidFill>
                  </a:tcPr>
                </a:tc>
                <a:tc>
                  <a:txBody>
                    <a:bodyPr/>
                    <a:lstStyle/>
                    <a:p>
                      <a:pPr algn="ctr">
                        <a:defRPr sz="1280" b="1">
                          <a:solidFill>
                            <a:srgbClr val="FFFFFF"/>
                          </a:solidFill>
                          <a:latin typeface="Yu Gothic"/>
                        </a:defRPr>
                      </a:pPr>
                      <a:r>
                        <a:t>状態</a:t>
                      </a:r>
                    </a:p>
                  </a:txBody>
                  <a:tcPr marL="45720" marR="45720" marT="27432" marB="27432" anchor="ctr">
                    <a:solidFill>
                      <a:srgbClr val="1C61B5"/>
                    </a:solidFill>
                  </a:tcPr>
                </a:tc>
                <a:extLst>
                  <a:ext uri="{0D108BD9-81ED-4DB2-BD59-A6C34878D82A}">
                    <a16:rowId xmlns:a16="http://schemas.microsoft.com/office/drawing/2014/main" val="10000"/>
                  </a:ext>
                </a:extLst>
              </a:tr>
              <a:tr h="457200">
                <a:tc>
                  <a:txBody>
                    <a:bodyPr/>
                    <a:lstStyle/>
                    <a:p>
                      <a:pPr algn="l">
                        <a:defRPr sz="1280" b="0">
                          <a:solidFill>
                            <a:srgbClr val="1E283C"/>
                          </a:solidFill>
                          <a:latin typeface="Yu Gothic"/>
                        </a:defRPr>
                      </a:pPr>
                      <a:r>
                        <a:t>Replay-SafeCommit</a:t>
                      </a:r>
                    </a:p>
                  </a:txBody>
                  <a:tcPr marL="45720" marR="45720" marT="27432" marB="27432" anchor="ctr">
                    <a:solidFill>
                      <a:srgbClr val="F8FBFF"/>
                    </a:solidFill>
                  </a:tcPr>
                </a:tc>
                <a:tc>
                  <a:txBody>
                    <a:bodyPr/>
                    <a:lstStyle/>
                    <a:p>
                      <a:pPr algn="ctr">
                        <a:defRPr sz="1280" b="0">
                          <a:solidFill>
                            <a:srgbClr val="1E283C"/>
                          </a:solidFill>
                          <a:latin typeface="Yu Gothic"/>
                        </a:defRPr>
                      </a:pPr>
                      <a:r>
                        <a:t>実装・評価済み。安全基準</a:t>
                      </a:r>
                    </a:p>
                  </a:txBody>
                  <a:tcPr marL="45720" marR="45720" marT="27432" marB="27432" anchor="ctr">
                    <a:solidFill>
                      <a:srgbClr val="F8FBFF"/>
                    </a:solidFill>
                  </a:tcPr>
                </a:tc>
                <a:extLst>
                  <a:ext uri="{0D108BD9-81ED-4DB2-BD59-A6C34878D82A}">
                    <a16:rowId xmlns:a16="http://schemas.microsoft.com/office/drawing/2014/main" val="10001"/>
                  </a:ext>
                </a:extLst>
              </a:tr>
              <a:tr h="457200">
                <a:tc>
                  <a:txBody>
                    <a:bodyPr/>
                    <a:lstStyle/>
                    <a:p>
                      <a:pPr algn="l">
                        <a:defRPr sz="1280" b="0">
                          <a:solidFill>
                            <a:srgbClr val="1E283C"/>
                          </a:solidFill>
                          <a:latin typeface="Yu Gothic"/>
                        </a:defRPr>
                      </a:pPr>
                      <a:r>
                        <a:t>DC-Replay</a:t>
                      </a:r>
                    </a:p>
                  </a:txBody>
                  <a:tcPr marL="45720" marR="45720" marT="27432" marB="27432" anchor="ctr">
                    <a:solidFill>
                      <a:srgbClr val="FFFFFF"/>
                    </a:solidFill>
                  </a:tcPr>
                </a:tc>
                <a:tc>
                  <a:txBody>
                    <a:bodyPr/>
                    <a:lstStyle/>
                    <a:p>
                      <a:pPr algn="ctr">
                        <a:defRPr sz="1280" b="0">
                          <a:solidFill>
                            <a:srgbClr val="1E283C"/>
                          </a:solidFill>
                          <a:latin typeface="Yu Gothic"/>
                        </a:defRPr>
                      </a:pPr>
                      <a:r>
                        <a:t>実装・評価済み。責務分解の検証</a:t>
                      </a:r>
                    </a:p>
                  </a:txBody>
                  <a:tcPr marL="45720" marR="45720" marT="27432" marB="27432" anchor="ctr">
                    <a:solidFill>
                      <a:srgbClr val="FFFFFF"/>
                    </a:solidFill>
                  </a:tcPr>
                </a:tc>
                <a:extLst>
                  <a:ext uri="{0D108BD9-81ED-4DB2-BD59-A6C34878D82A}">
                    <a16:rowId xmlns:a16="http://schemas.microsoft.com/office/drawing/2014/main" val="10002"/>
                  </a:ext>
                </a:extLst>
              </a:tr>
              <a:tr h="457200">
                <a:tc>
                  <a:txBody>
                    <a:bodyPr/>
                    <a:lstStyle/>
                    <a:p>
                      <a:pPr algn="l">
                        <a:defRPr sz="1280" b="0">
                          <a:solidFill>
                            <a:srgbClr val="1E283C"/>
                          </a:solidFill>
                          <a:latin typeface="Yu Gothic"/>
                        </a:defRPr>
                      </a:pPr>
                      <a:r>
                        <a:t>CMC-OTTA</a:t>
                      </a:r>
                    </a:p>
                  </a:txBody>
                  <a:tcPr marL="45720" marR="45720" marT="27432" marB="27432" anchor="ctr">
                    <a:solidFill>
                      <a:srgbClr val="F8FBFF"/>
                    </a:solidFill>
                  </a:tcPr>
                </a:tc>
                <a:tc>
                  <a:txBody>
                    <a:bodyPr/>
                    <a:lstStyle/>
                    <a:p>
                      <a:pPr algn="ctr">
                        <a:defRPr sz="1280" b="0">
                          <a:solidFill>
                            <a:srgbClr val="1E283C"/>
                          </a:solidFill>
                          <a:latin typeface="Yu Gothic"/>
                        </a:defRPr>
                      </a:pPr>
                      <a:r>
                        <a:t>未実装/未評価。L1/L2 を切り出す次候補</a:t>
                      </a:r>
                    </a:p>
                  </a:txBody>
                  <a:tcPr marL="45720" marR="45720" marT="27432" marB="27432" anchor="ctr">
                    <a:solidFill>
                      <a:srgbClr val="F8FBFF"/>
                    </a:solidFill>
                  </a:tcPr>
                </a:tc>
                <a:extLst>
                  <a:ext uri="{0D108BD9-81ED-4DB2-BD59-A6C34878D82A}">
                    <a16:rowId xmlns:a16="http://schemas.microsoft.com/office/drawing/2014/main" val="10003"/>
                  </a:ext>
                </a:extLst>
              </a:tr>
            </a:tbl>
          </a:graphicData>
        </a:graphic>
      </p:graphicFrame>
      <p:sp>
        <p:nvSpPr>
          <p:cNvPr id="4" name="Rounded Rectangle 3">
            <a:extLst>
              <a:ext uri="{FF2B5EF4-FFF2-40B4-BE49-F238E27FC236}">
                <a16:creationId xmlns:a16="http://schemas.microsoft.com/office/drawing/2014/main" id="{BA005FE3-B8CE-6200-E09C-90F386F65AF0}"/>
              </a:ext>
            </a:extLst>
          </p:cNvPr>
          <p:cNvSpPr/>
          <p:nvPr/>
        </p:nvSpPr>
        <p:spPr>
          <a:xfrm>
            <a:off x="868680" y="3310128"/>
            <a:ext cx="10241280" cy="384048"/>
          </a:xfrm>
          <a:prstGeom prst="roundRect">
            <a:avLst/>
          </a:prstGeom>
          <a:solidFill>
            <a:srgbClr val="1C61B5"/>
          </a:solidFill>
          <a:ln>
            <a:solidFill>
              <a:srgbClr val="1C61B5"/>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lnSpc>
                <a:spcPct val="105000"/>
              </a:lnSpc>
              <a:defRPr sz="1500" b="1">
                <a:solidFill>
                  <a:srgbClr val="FFFFFF"/>
                </a:solidFill>
                <a:latin typeface="Yu Gothic"/>
              </a:defRPr>
            </a:pPr>
            <a:r>
              <a:t>なぜ CMC か</a:t>
            </a:r>
          </a:p>
        </p:txBody>
      </p:sp>
      <p:sp>
        <p:nvSpPr>
          <p:cNvPr id="5" name="TextBox 4">
            <a:extLst>
              <a:ext uri="{FF2B5EF4-FFF2-40B4-BE49-F238E27FC236}">
                <a16:creationId xmlns:a16="http://schemas.microsoft.com/office/drawing/2014/main" id="{CE0A8445-BF1E-F30A-0C46-EC02CCB664AD}"/>
              </a:ext>
            </a:extLst>
          </p:cNvPr>
          <p:cNvSpPr txBox="1"/>
          <p:nvPr/>
        </p:nvSpPr>
        <p:spPr>
          <a:xfrm>
            <a:off x="1051560" y="3794760"/>
            <a:ext cx="9692640" cy="1325880"/>
          </a:xfrm>
          <a:prstGeom prst="rect">
            <a:avLst/>
          </a:prstGeom>
          <a:noFill/>
        </p:spPr>
        <p:txBody>
          <a:bodyPr wrap="square">
            <a:noAutofit/>
          </a:bodyPr>
          <a:lstStyle/>
          <a:p>
            <a:pPr>
              <a:lnSpc>
                <a:spcPct val="105000"/>
              </a:lnSpc>
              <a:defRPr sz="1290" b="0">
                <a:solidFill>
                  <a:srgbClr val="1E283C"/>
                </a:solidFill>
                <a:latin typeface="Yu Gothic"/>
              </a:defRPr>
            </a:pPr>
            <a:r>
              <a:t>• DC-Replay の改善は L3 commit では説明しにくい</a:t>
            </a:r>
          </a:p>
          <a:p>
            <a:pPr>
              <a:lnSpc>
                <a:spcPct val="105000"/>
              </a:lnSpc>
              <a:defRPr sz="1290" b="0">
                <a:solidFill>
                  <a:srgbClr val="1E283C"/>
                </a:solidFill>
                <a:latin typeface="Yu Gothic"/>
              </a:defRPr>
            </a:pPr>
            <a:r>
              <a:t>• no-commit / zero-commit variant でも gain が出た</a:t>
            </a:r>
          </a:p>
          <a:p>
            <a:pPr>
              <a:lnSpc>
                <a:spcPct val="105000"/>
              </a:lnSpc>
              <a:defRPr sz="1290" b="0">
                <a:solidFill>
                  <a:srgbClr val="1E283C"/>
                </a:solidFill>
                <a:latin typeface="Yu Gothic"/>
              </a:defRPr>
            </a:pPr>
            <a:r>
              <a:t>• L1 prediction correction と L2 external memory を独立モデルとして切り出す価値がある</a:t>
            </a:r>
          </a:p>
        </p:txBody>
      </p:sp>
      <p:sp>
        <p:nvSpPr>
          <p:cNvPr id="6" name="Rectangle 5">
            <a:extLst>
              <a:ext uri="{FF2B5EF4-FFF2-40B4-BE49-F238E27FC236}">
                <a16:creationId xmlns:a16="http://schemas.microsoft.com/office/drawing/2014/main" id="{9B75732B-22C6-03F8-6B32-05A73C83449B}"/>
              </a:ext>
            </a:extLst>
          </p:cNvPr>
          <p:cNvSpPr/>
          <p:nvPr/>
        </p:nvSpPr>
        <p:spPr>
          <a:xfrm>
            <a:off x="525780" y="5532120"/>
            <a:ext cx="10927080" cy="457200"/>
          </a:xfrm>
          <a:prstGeom prst="rect">
            <a:avLst/>
          </a:prstGeom>
          <a:solidFill>
            <a:srgbClr val="EBF3FF"/>
          </a:solidFill>
          <a:ln w="12700">
            <a:solidFill>
              <a:srgbClr val="91B9EB"/>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noAutofit/>
          </a:bodyPr>
          <a:lstStyle/>
          <a:p>
            <a:pPr algn="ctr">
              <a:lnSpc>
                <a:spcPct val="105000"/>
              </a:lnSpc>
              <a:defRPr sz="1120" b="1">
                <a:solidFill>
                  <a:srgbClr val="091637"/>
                </a:solidFill>
                <a:latin typeface="Yu Gothic"/>
              </a:defRPr>
            </a:pPr>
            <a:r>
              <a:t>CMC は今回の結論ではなく、DC-Replay の結果から生じた次の検証仮説である。</a:t>
            </a:r>
          </a:p>
        </p:txBody>
      </p:sp>
    </p:spTree>
    <p:extLst>
      <p:ext uri="{BB962C8B-B14F-4D97-AF65-F5344CB8AC3E}">
        <p14:creationId xmlns:p14="http://schemas.microsoft.com/office/powerpoint/2010/main" val="560840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729C8-BDD6-F9D3-37DB-23E1FC3953DF}"/>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3DC11F0-7E03-E3D6-D4D0-292551D35F12}"/>
              </a:ext>
            </a:extLst>
          </p:cNvPr>
          <p:cNvSpPr>
            <a:spLocks noGrp="1"/>
          </p:cNvSpPr>
          <p:nvPr>
            <p:ph type="body" sz="quarter" idx="10"/>
          </p:nvPr>
        </p:nvSpPr>
        <p:spPr/>
        <p:txBody>
          <a:bodyPr/>
          <a:lstStyle/>
          <a:p>
            <a:r>
              <a:rPr kumimoji="1" lang="en-US" altLang="ja-JP" dirty="0">
                <a:latin typeface="Yu Gothic"/>
                <a:ea typeface="Yu Gothic"/>
                <a:cs typeface="Yu Gothic"/>
              </a:rPr>
              <a:t>Appendix</a:t>
            </a:r>
            <a:endParaRPr kumimoji="1" lang="ja-JP" altLang="en-US">
              <a:latin typeface="Yu Gothic"/>
              <a:ea typeface="Yu Gothic"/>
              <a:cs typeface="Yu Gothic"/>
            </a:endParaRPr>
          </a:p>
        </p:txBody>
      </p:sp>
      <p:sp>
        <p:nvSpPr>
          <p:cNvPr id="3" name="スライド番号プレースホルダー 2">
            <a:extLst>
              <a:ext uri="{FF2B5EF4-FFF2-40B4-BE49-F238E27FC236}">
                <a16:creationId xmlns:a16="http://schemas.microsoft.com/office/drawing/2014/main" id="{941ED09C-FB09-08C6-811C-CA017BB9CEEE}"/>
              </a:ext>
            </a:extLst>
          </p:cNvPr>
          <p:cNvSpPr>
            <a:spLocks noGrp="1"/>
          </p:cNvSpPr>
          <p:nvPr>
            <p:ph type="sldNum" sz="quarter" idx="4294967295"/>
          </p:nvPr>
        </p:nvSpPr>
        <p:spPr/>
        <p:txBody>
          <a:bodyPr/>
          <a:lstStyle/>
          <a:p>
            <a:pPr algn="r"/>
            <a:fld id="{F7021451-1387-4CA6-816F-3879F97B5CBC}" type="slidenum">
              <a:rPr lang="en-US" b="0" smtClean="0">
                <a:latin typeface="Yu Gothic"/>
                <a:ea typeface="Yu Gothic"/>
                <a:cs typeface="Yu Gothic"/>
              </a:rPr>
              <a:t>25</a:t>
            </a:fld>
            <a:endParaRPr lang="en-US">
              <a:latin typeface="Yu Gothic"/>
              <a:ea typeface="Yu Gothic"/>
              <a:cs typeface="Yu Gothic"/>
            </a:endParaRPr>
          </a:p>
        </p:txBody>
      </p:sp>
    </p:spTree>
    <p:extLst>
      <p:ext uri="{BB962C8B-B14F-4D97-AF65-F5344CB8AC3E}">
        <p14:creationId xmlns:p14="http://schemas.microsoft.com/office/powerpoint/2010/main" val="524622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5CAA3-74E3-8EE9-8234-24A210A21F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D9242D-3E66-2E7A-9294-DEC404B38EA9}"/>
              </a:ext>
            </a:extLst>
          </p:cNvPr>
          <p:cNvSpPr/>
          <p:nvPr/>
        </p:nvSpPr>
        <p:spPr>
          <a:xfrm>
            <a:off x="502920" y="182880"/>
            <a:ext cx="9306098" cy="502920"/>
          </a:xfrm>
          <a:prstGeom prst="rect">
            <a:avLst/>
          </a:prstGeom>
          <a:noFill/>
          <a:ln/>
        </p:spPr>
        <p:txBody>
          <a:bodyPr wrap="square" lIns="0" tIns="0" rIns="0" bIns="0" rtlCol="0" anchor="ctr">
            <a:noAutofit/>
          </a:bodyPr>
          <a:lstStyle/>
          <a:p>
            <a:r>
              <a:rPr lang="en-US" altLang="ja-JP" sz="2400" b="1" dirty="0"/>
              <a:t>DC-replay</a:t>
            </a:r>
            <a:endParaRPr lang="ja-JP" altLang="en-US" sz="2400" b="1"/>
          </a:p>
        </p:txBody>
      </p:sp>
      <p:sp>
        <p:nvSpPr>
          <p:cNvPr id="25" name="Slide Number Placeholder 0">
            <a:extLst>
              <a:ext uri="{FF2B5EF4-FFF2-40B4-BE49-F238E27FC236}">
                <a16:creationId xmlns:a16="http://schemas.microsoft.com/office/drawing/2014/main" id="{CF4EA3F0-0278-199A-E447-EB4BE1C8985F}"/>
              </a:ext>
            </a:extLst>
          </p:cNvPr>
          <p:cNvSpPr>
            <a:spLocks noGrp="1"/>
          </p:cNvSpPr>
          <p:nvPr>
            <p:ph type="sldNum" sz="quarter" idx="4294967295"/>
          </p:nvPr>
        </p:nvSpPr>
        <p:spPr>
          <a:xfrm>
            <a:off x="11384280" y="6510528"/>
            <a:ext cx="320040" cy="164592"/>
          </a:xfrm>
          <a:prstGeom prst="rect">
            <a:avLst/>
          </a:prstGeom>
          <a:extLst>
            <a:ext uri="{C572A759-6A51-4108-AA02-DFA0A04FC94B}">
              <ns2:wrappingTextBoxFlag xmlns:ns2="http://schemas.microsoft.com/office/mac/drawingml/2011/main" xmlns:a16="http://schemas.microsoft.com/office/drawing/2014/main" xmlns=""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lang="en-US" b="0">
                <a:latin typeface="Yu Gothic"/>
                <a:ea typeface="Yu Gothic"/>
                <a:cs typeface="Yu Gothic"/>
              </a:rPr>
              <a:t>26</a:t>
            </a:fld>
            <a:endParaRPr lang="en-US">
              <a:latin typeface="Yu Gothic"/>
              <a:ea typeface="Yu Gothic"/>
              <a:cs typeface="Yu Gothic"/>
            </a:endParaRPr>
          </a:p>
        </p:txBody>
      </p:sp>
      <p:pic>
        <p:nvPicPr>
          <p:cNvPr id="8" name="図 7" descr="グラフィカル ユーザー インターフェイス&#10;&#10;中程度の精度で自動的に生成された説明">
            <a:extLst>
              <a:ext uri="{FF2B5EF4-FFF2-40B4-BE49-F238E27FC236}">
                <a16:creationId xmlns:a16="http://schemas.microsoft.com/office/drawing/2014/main" id="{384C13F1-F785-14F6-4D28-8CED995B76FC}"/>
              </a:ext>
            </a:extLst>
          </p:cNvPr>
          <p:cNvPicPr>
            <a:picLocks noChangeAspect="1"/>
          </p:cNvPicPr>
          <p:nvPr/>
        </p:nvPicPr>
        <p:blipFill>
          <a:blip r:embed="rId3"/>
          <a:stretch>
            <a:fillRect/>
          </a:stretch>
        </p:blipFill>
        <p:spPr>
          <a:xfrm>
            <a:off x="1127138" y="1384855"/>
            <a:ext cx="9107804" cy="5125673"/>
          </a:xfrm>
          <a:prstGeom prst="rect">
            <a:avLst/>
          </a:prstGeom>
        </p:spPr>
      </p:pic>
    </p:spTree>
    <p:extLst>
      <p:ext uri="{BB962C8B-B14F-4D97-AF65-F5344CB8AC3E}">
        <p14:creationId xmlns:p14="http://schemas.microsoft.com/office/powerpoint/2010/main" val="245956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ajorFont>
      <a:minorFont>
        <a:latin typeface="Yu Gothic"/>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7ED"/>
        </a:solidFill>
        <a:ln w="10160">
          <a:solidFill>
            <a:srgbClr val="F26A00"/>
          </a:solidFill>
        </a:ln>
      </a:spPr>
      <a:bodyPr wrap="square" lIns="1524" tIns="2032" rIns="2032" bIns="1524" rtlCol="0" anchor="ctr">
        <a:normAutofit/>
      </a:bodyPr>
      <a:lstStyle>
        <a:defPPr marL="0" indent="0" algn="l">
          <a:buNone/>
          <a:defRPr sz="1900" dirty="0" err="1" smtClean="0">
            <a:latin typeface="Yu Gothic"/>
            <a:ea typeface="Yu Gothic"/>
            <a:cs typeface="Yu Gothic"/>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Yu Gothic" panose="02110004020202020204"/>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ajorFont>
      <a:minorFont>
        <a:latin typeface="Yu Gothic" panose="02110004020202020204"/>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Yu Gothic" panose="02110004020202020204"/>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ajorFont>
      <a:minorFont>
        <a:latin typeface="Yu Gothic" panose="02110004020202020204"/>
        <a:ea typeface=""/>
        <a:cs typeface=""/>
        <a:font script="Jpan" typeface="Yu Gothic"/>
        <a:font script="Hang" typeface="Yu Gothic"/>
        <a:font script="Hans" typeface="Yu Gothic"/>
        <a:font script="Hant" typeface="Yu Gothic"/>
        <a:font script="Arab" typeface="Yu Gothic"/>
        <a:font script="Hebr" typeface="Yu Gothic"/>
        <a:font script="Thai" typeface="Yu Gothic"/>
        <a:font script="Ethi" typeface="Yu Gothic"/>
        <a:font script="Beng" typeface="Yu Gothic"/>
        <a:font script="Gujr" typeface="Yu Gothic"/>
        <a:font script="Khmr" typeface="Yu Gothic"/>
        <a:font script="Knda" typeface="Yu Gothic"/>
        <a:font script="Guru" typeface="Yu Gothic"/>
        <a:font script="Cans" typeface="Yu Gothic"/>
        <a:font script="Cher" typeface="Yu Gothic"/>
        <a:font script="Yiii" typeface="Yu Gothic"/>
        <a:font script="Tibt" typeface="Yu Gothic"/>
        <a:font script="Thaa" typeface="Yu Gothic"/>
        <a:font script="Deva" typeface="Yu Gothic"/>
        <a:font script="Telu" typeface="Yu Gothic"/>
        <a:font script="Taml" typeface="Yu Gothic"/>
        <a:font script="Syrc" typeface="Yu Gothic"/>
        <a:font script="Orya" typeface="Yu Gothic"/>
        <a:font script="Mlym" typeface="Yu Gothic"/>
        <a:font script="Laoo" typeface="Yu Gothic"/>
        <a:font script="Sinh" typeface="Yu Gothic"/>
        <a:font script="Mong" typeface="Yu Gothic"/>
        <a:font script="Viet" typeface="Yu Gothic"/>
        <a:font script="Uigh" typeface="Yu Gothic"/>
        <a:font script="Geor" typeface="Yu Gothic"/>
        <a:font script="Armn" typeface="Yu Gothic"/>
        <a:font script="Bugi" typeface="Yu Gothic"/>
        <a:font script="Bopo" typeface="Yu Gothic"/>
        <a:font script="Java" typeface="Yu Gothic"/>
        <a:font script="Lisu" typeface="Yu Gothic"/>
        <a:font script="Mymr" typeface="Yu Gothic"/>
        <a:font script="Nkoo" typeface="Yu Gothic"/>
        <a:font script="Olck" typeface="Yu Gothic"/>
        <a:font script="Osma" typeface="Yu Gothic"/>
        <a:font script="Phag" typeface="Yu Gothic"/>
        <a:font script="Syrn" typeface="Yu Gothic"/>
        <a:font script="Syrj" typeface="Yu Gothic"/>
        <a:font script="Syre" typeface="Yu Gothic"/>
        <a:font script="Sora" typeface="Yu Gothic"/>
        <a:font script="Tale" typeface="Yu Gothic"/>
        <a:font script="Talu" typeface="Yu Gothic"/>
        <a:font script="Tfng" typeface="Yu 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1204</TotalTime>
  <Words>1497</Words>
  <Application>Microsoft Macintosh PowerPoint</Application>
  <PresentationFormat>ワイド画面</PresentationFormat>
  <Paragraphs>310</Paragraphs>
  <Slides>27</Slides>
  <Notes>17</Notes>
  <HiddenSlides>0</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27</vt:i4>
      </vt:variant>
    </vt:vector>
  </HeadingPairs>
  <TitlesOfParts>
    <vt:vector size="32" baseType="lpstr">
      <vt:lpstr>Yu Gothic</vt:lpstr>
      <vt:lpstr>Arial</vt:lpstr>
      <vt:lpstr>Wingdings</vt:lpstr>
      <vt:lpstr>Office Theme</vt: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EEG-MI cross-session OTTA における Replay-SafeCommit の検討</dc:title>
  <dc:subject>EEG-MI cross-session OTTA Replay-SafeCommit research seminar deck</dc:subject>
  <dc:creator>OpenAI</dc:creator>
  <cp:lastModifiedBy>生川 聖也</cp:lastModifiedBy>
  <cp:revision>335</cp:revision>
  <dcterms:created xsi:type="dcterms:W3CDTF">2026-05-08T10:54:08Z</dcterms:created>
  <dcterms:modified xsi:type="dcterms:W3CDTF">2026-05-25T05:06:44Z</dcterms:modified>
</cp:coreProperties>
</file>